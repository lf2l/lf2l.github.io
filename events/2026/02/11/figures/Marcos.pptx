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3" r:id="rId1"/>
    <p:sldMasterId id="2147483710" r:id="rId2"/>
  </p:sldMasterIdLst>
  <p:notesMasterIdLst>
    <p:notesMasterId r:id="rId10"/>
  </p:notesMasterIdLst>
  <p:sldIdLst>
    <p:sldId id="256" r:id="rId3"/>
    <p:sldId id="258" r:id="rId4"/>
    <p:sldId id="257" r:id="rId5"/>
    <p:sldId id="263" r:id="rId6"/>
    <p:sldId id="260" r:id="rId7"/>
    <p:sldId id="261" r:id="rId8"/>
    <p:sldId id="259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C2FF"/>
    <a:srgbClr val="005798"/>
    <a:srgbClr val="F7FF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073"/>
    <p:restoredTop sz="94659"/>
  </p:normalViewPr>
  <p:slideViewPr>
    <p:cSldViewPr snapToGrid="0">
      <p:cViewPr varScale="1">
        <p:scale>
          <a:sx n="66" d="100"/>
          <a:sy n="66" d="100"/>
        </p:scale>
        <p:origin x="224" y="18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EDE1C3-661B-4A5B-BBE0-64E9CBE7F524}" type="datetimeFigureOut">
              <a:rPr lang="fr-FR" smtClean="0"/>
              <a:t>10/02/2026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5D9D60-1174-4EBF-9808-3FE5BC358E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3829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69CAFB2-3F1D-4071-B82A-AC9C0624726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0D0655D-A348-4A21-AD7E-B93FEBC2D1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0151" y="1658940"/>
            <a:ext cx="9826624" cy="1975937"/>
          </a:xfrm>
        </p:spPr>
        <p:txBody>
          <a:bodyPr anchor="b"/>
          <a:lstStyle>
            <a:lvl1pPr algn="ctr">
              <a:defRPr sz="6000">
                <a:solidFill>
                  <a:schemeClr val="tx1"/>
                </a:solidFill>
                <a:latin typeface="Barlow"/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30FF486-C6E9-4EDC-A34D-99DBA22B56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0152" y="3757364"/>
            <a:ext cx="9826623" cy="101380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Barlow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0CF4016-65F3-49C2-AC7C-06DAF8E1A0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41863" y="4908143"/>
            <a:ext cx="2743200" cy="3651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Barlow"/>
              </a:defRPr>
            </a:lvl1pPr>
          </a:lstStyle>
          <a:p>
            <a:fld id="{DB42FF94-E64E-4DDD-BA9C-509FCD985F4C}" type="datetime1">
              <a:rPr lang="fr-FR" smtClean="0"/>
              <a:t>10/02/2026</a:t>
            </a:fld>
            <a:endParaRPr lang="fr-FR" dirty="0"/>
          </a:p>
        </p:txBody>
      </p:sp>
      <p:pic>
        <p:nvPicPr>
          <p:cNvPr id="14" name="Graphique 13">
            <a:extLst>
              <a:ext uri="{FF2B5EF4-FFF2-40B4-BE49-F238E27FC236}">
                <a16:creationId xmlns:a16="http://schemas.microsoft.com/office/drawing/2014/main" id="{042E66F9-D63E-4A49-9DAE-F84FD93623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41501" y="528446"/>
            <a:ext cx="1716600" cy="775239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B8F0A0A5-997C-4D30-99BA-C401EF444C8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1764" y="542322"/>
            <a:ext cx="2226505" cy="774058"/>
          </a:xfrm>
          <a:prstGeom prst="rect">
            <a:avLst/>
          </a:prstGeom>
        </p:spPr>
      </p:pic>
      <p:sp>
        <p:nvSpPr>
          <p:cNvPr id="13" name="Forme libre : forme 12">
            <a:extLst>
              <a:ext uri="{FF2B5EF4-FFF2-40B4-BE49-F238E27FC236}">
                <a16:creationId xmlns:a16="http://schemas.microsoft.com/office/drawing/2014/main" id="{189F83CD-FC28-4554-A71D-479E69750597}"/>
              </a:ext>
            </a:extLst>
          </p:cNvPr>
          <p:cNvSpPr/>
          <p:nvPr userDrawn="1"/>
        </p:nvSpPr>
        <p:spPr bwMode="auto">
          <a:xfrm>
            <a:off x="0" y="2757839"/>
            <a:ext cx="1326123" cy="1641153"/>
          </a:xfrm>
          <a:custGeom>
            <a:avLst/>
            <a:gdLst>
              <a:gd name="connsiteX0" fmla="*/ 0 w 1326123"/>
              <a:gd name="connsiteY0" fmla="*/ 0 h 1641153"/>
              <a:gd name="connsiteX1" fmla="*/ 1152632 w 1326123"/>
              <a:gd name="connsiteY1" fmla="*/ 822191 h 1641153"/>
              <a:gd name="connsiteX2" fmla="*/ 1326123 w 1326123"/>
              <a:gd name="connsiteY2" fmla="*/ 1207706 h 1641153"/>
              <a:gd name="connsiteX3" fmla="*/ 1326123 w 1326123"/>
              <a:gd name="connsiteY3" fmla="*/ 1641153 h 1641153"/>
              <a:gd name="connsiteX4" fmla="*/ 0 w 1326123"/>
              <a:gd name="connsiteY4" fmla="*/ 695259 h 1641153"/>
              <a:gd name="connsiteX5" fmla="*/ 0 w 1326123"/>
              <a:gd name="connsiteY5" fmla="*/ 0 h 1641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6123" h="1641153">
                <a:moveTo>
                  <a:pt x="0" y="0"/>
                </a:moveTo>
                <a:lnTo>
                  <a:pt x="1152632" y="822191"/>
                </a:lnTo>
                <a:cubicBezTo>
                  <a:pt x="1248494" y="890516"/>
                  <a:pt x="1326123" y="1063161"/>
                  <a:pt x="1326123" y="1207706"/>
                </a:cubicBezTo>
                <a:lnTo>
                  <a:pt x="1326123" y="1641153"/>
                </a:lnTo>
                <a:lnTo>
                  <a:pt x="0" y="69525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-65" charset="0"/>
            </a:endParaRPr>
          </a:p>
        </p:txBody>
      </p:sp>
      <p:sp>
        <p:nvSpPr>
          <p:cNvPr id="15" name="Forme libre : forme 14">
            <a:extLst>
              <a:ext uri="{FF2B5EF4-FFF2-40B4-BE49-F238E27FC236}">
                <a16:creationId xmlns:a16="http://schemas.microsoft.com/office/drawing/2014/main" id="{F36F947E-1D33-408F-B061-362D270E4F80}"/>
              </a:ext>
            </a:extLst>
          </p:cNvPr>
          <p:cNvSpPr/>
          <p:nvPr userDrawn="1"/>
        </p:nvSpPr>
        <p:spPr bwMode="auto">
          <a:xfrm>
            <a:off x="10293613" y="0"/>
            <a:ext cx="1894517" cy="1704513"/>
          </a:xfrm>
          <a:custGeom>
            <a:avLst/>
            <a:gdLst>
              <a:gd name="connsiteX0" fmla="*/ 0 w 1894517"/>
              <a:gd name="connsiteY0" fmla="*/ 0 h 1704513"/>
              <a:gd name="connsiteX1" fmla="*/ 1239603 w 1894517"/>
              <a:gd name="connsiteY1" fmla="*/ 0 h 1704513"/>
              <a:gd name="connsiteX2" fmla="*/ 1894517 w 1894517"/>
              <a:gd name="connsiteY2" fmla="*/ 467161 h 1704513"/>
              <a:gd name="connsiteX3" fmla="*/ 1894517 w 1894517"/>
              <a:gd name="connsiteY3" fmla="*/ 1704513 h 1704513"/>
              <a:gd name="connsiteX4" fmla="*/ 298591 w 1894517"/>
              <a:gd name="connsiteY4" fmla="*/ 566174 h 1704513"/>
              <a:gd name="connsiteX5" fmla="*/ 14110 w 1894517"/>
              <a:gd name="connsiteY5" fmla="*/ 78637 h 1704513"/>
              <a:gd name="connsiteX6" fmla="*/ 0 w 1894517"/>
              <a:gd name="connsiteY6" fmla="*/ 0 h 1704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94517" h="1704513">
                <a:moveTo>
                  <a:pt x="0" y="0"/>
                </a:moveTo>
                <a:lnTo>
                  <a:pt x="1239603" y="0"/>
                </a:lnTo>
                <a:lnTo>
                  <a:pt x="1894517" y="467161"/>
                </a:lnTo>
                <a:lnTo>
                  <a:pt x="1894517" y="1704513"/>
                </a:lnTo>
                <a:lnTo>
                  <a:pt x="298591" y="566174"/>
                </a:lnTo>
                <a:cubicBezTo>
                  <a:pt x="170766" y="474976"/>
                  <a:pt x="61003" y="279347"/>
                  <a:pt x="14110" y="78637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-65" charset="0"/>
            </a:endParaRPr>
          </a:p>
        </p:txBody>
      </p:sp>
      <p:sp>
        <p:nvSpPr>
          <p:cNvPr id="17" name="Forme libre : forme 16">
            <a:extLst>
              <a:ext uri="{FF2B5EF4-FFF2-40B4-BE49-F238E27FC236}">
                <a16:creationId xmlns:a16="http://schemas.microsoft.com/office/drawing/2014/main" id="{D8376F92-99CF-4046-918E-BEC21D52E13F}"/>
              </a:ext>
            </a:extLst>
          </p:cNvPr>
          <p:cNvSpPr/>
          <p:nvPr userDrawn="1"/>
        </p:nvSpPr>
        <p:spPr bwMode="auto">
          <a:xfrm>
            <a:off x="10645212" y="673269"/>
            <a:ext cx="1542918" cy="1568643"/>
          </a:xfrm>
          <a:custGeom>
            <a:avLst/>
            <a:gdLst>
              <a:gd name="connsiteX0" fmla="*/ 0 w 1542918"/>
              <a:gd name="connsiteY0" fmla="*/ 0 h 1568643"/>
              <a:gd name="connsiteX1" fmla="*/ 1542918 w 1542918"/>
              <a:gd name="connsiteY1" fmla="*/ 1100589 h 1568643"/>
              <a:gd name="connsiteX2" fmla="*/ 1542918 w 1542918"/>
              <a:gd name="connsiteY2" fmla="*/ 1568643 h 1568643"/>
              <a:gd name="connsiteX3" fmla="*/ 116802 w 1542918"/>
              <a:gd name="connsiteY3" fmla="*/ 551425 h 1568643"/>
              <a:gd name="connsiteX4" fmla="*/ 0 w 1542918"/>
              <a:gd name="connsiteY4" fmla="*/ 291815 h 1568643"/>
              <a:gd name="connsiteX5" fmla="*/ 0 w 1542918"/>
              <a:gd name="connsiteY5" fmla="*/ 0 h 1568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42918" h="1568643">
                <a:moveTo>
                  <a:pt x="0" y="0"/>
                </a:moveTo>
                <a:lnTo>
                  <a:pt x="1542918" y="1100589"/>
                </a:lnTo>
                <a:lnTo>
                  <a:pt x="1542918" y="1568643"/>
                </a:lnTo>
                <a:lnTo>
                  <a:pt x="116802" y="551425"/>
                </a:lnTo>
                <a:cubicBezTo>
                  <a:pt x="52327" y="505425"/>
                  <a:pt x="0" y="389193"/>
                  <a:pt x="0" y="291815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-65" charset="0"/>
            </a:endParaRPr>
          </a:p>
        </p:txBody>
      </p:sp>
      <p:sp>
        <p:nvSpPr>
          <p:cNvPr id="18" name="Forme libre : forme 17">
            <a:extLst>
              <a:ext uri="{FF2B5EF4-FFF2-40B4-BE49-F238E27FC236}">
                <a16:creationId xmlns:a16="http://schemas.microsoft.com/office/drawing/2014/main" id="{0E02C6D9-130B-4883-88E6-2E3F55762A67}"/>
              </a:ext>
            </a:extLst>
          </p:cNvPr>
          <p:cNvSpPr/>
          <p:nvPr userDrawn="1"/>
        </p:nvSpPr>
        <p:spPr bwMode="auto">
          <a:xfrm>
            <a:off x="0" y="3670628"/>
            <a:ext cx="3276600" cy="3205279"/>
          </a:xfrm>
          <a:custGeom>
            <a:avLst/>
            <a:gdLst>
              <a:gd name="connsiteX0" fmla="*/ 0 w 1077934"/>
              <a:gd name="connsiteY0" fmla="*/ 0 h 1054471"/>
              <a:gd name="connsiteX1" fmla="*/ 887196 w 1077934"/>
              <a:gd name="connsiteY1" fmla="*/ 632851 h 1054471"/>
              <a:gd name="connsiteX2" fmla="*/ 1074223 w 1077934"/>
              <a:gd name="connsiteY2" fmla="*/ 996248 h 1054471"/>
              <a:gd name="connsiteX3" fmla="*/ 1077934 w 1077934"/>
              <a:gd name="connsiteY3" fmla="*/ 1054471 h 1054471"/>
              <a:gd name="connsiteX4" fmla="*/ 405804 w 1077934"/>
              <a:gd name="connsiteY4" fmla="*/ 1054471 h 1054471"/>
              <a:gd name="connsiteX5" fmla="*/ 0 w 1077934"/>
              <a:gd name="connsiteY5" fmla="*/ 765020 h 1054471"/>
              <a:gd name="connsiteX6" fmla="*/ 0 w 1077934"/>
              <a:gd name="connsiteY6" fmla="*/ 0 h 1054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77934" h="1054471">
                <a:moveTo>
                  <a:pt x="0" y="0"/>
                </a:moveTo>
                <a:lnTo>
                  <a:pt x="887196" y="632851"/>
                </a:lnTo>
                <a:cubicBezTo>
                  <a:pt x="979494" y="698636"/>
                  <a:pt x="1056431" y="852306"/>
                  <a:pt x="1074223" y="996248"/>
                </a:cubicBezTo>
                <a:lnTo>
                  <a:pt x="1077934" y="1054471"/>
                </a:lnTo>
                <a:lnTo>
                  <a:pt x="405804" y="1054471"/>
                </a:lnTo>
                <a:lnTo>
                  <a:pt x="0" y="76502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-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5306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69CAFB2-3F1D-4071-B82A-AC9C0624726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0D0655D-A348-4A21-AD7E-B93FEBC2D1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0151" y="1658940"/>
            <a:ext cx="9826624" cy="1975937"/>
          </a:xfrm>
        </p:spPr>
        <p:txBody>
          <a:bodyPr anchor="b"/>
          <a:lstStyle>
            <a:lvl1pPr algn="ctr">
              <a:defRPr sz="6000">
                <a:solidFill>
                  <a:schemeClr val="tx1"/>
                </a:solidFill>
                <a:latin typeface="Barlow"/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30FF486-C6E9-4EDC-A34D-99DBA22B56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0152" y="3757364"/>
            <a:ext cx="9826623" cy="101380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Barlow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0CF4016-65F3-49C2-AC7C-06DAF8E1A0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41863" y="4908143"/>
            <a:ext cx="2743200" cy="3651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Barlow"/>
              </a:defRPr>
            </a:lvl1pPr>
          </a:lstStyle>
          <a:p>
            <a:fld id="{DB42FF94-E64E-4DDD-BA9C-509FCD985F4C}" type="datetime1">
              <a:rPr lang="fr-FR" smtClean="0"/>
              <a:t>10/02/2026</a:t>
            </a:fld>
            <a:endParaRPr lang="fr-FR" dirty="0"/>
          </a:p>
        </p:txBody>
      </p:sp>
      <p:pic>
        <p:nvPicPr>
          <p:cNvPr id="14" name="Graphique 13">
            <a:extLst>
              <a:ext uri="{FF2B5EF4-FFF2-40B4-BE49-F238E27FC236}">
                <a16:creationId xmlns:a16="http://schemas.microsoft.com/office/drawing/2014/main" id="{042E66F9-D63E-4A49-9DAE-F84FD93623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41501" y="528446"/>
            <a:ext cx="1716600" cy="775239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B8F0A0A5-997C-4D30-99BA-C401EF444C8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1764" y="542322"/>
            <a:ext cx="2226505" cy="774058"/>
          </a:xfrm>
          <a:prstGeom prst="rect">
            <a:avLst/>
          </a:prstGeom>
        </p:spPr>
      </p:pic>
      <p:sp>
        <p:nvSpPr>
          <p:cNvPr id="13" name="Forme libre : forme 12">
            <a:extLst>
              <a:ext uri="{FF2B5EF4-FFF2-40B4-BE49-F238E27FC236}">
                <a16:creationId xmlns:a16="http://schemas.microsoft.com/office/drawing/2014/main" id="{189F83CD-FC28-4554-A71D-479E69750597}"/>
              </a:ext>
            </a:extLst>
          </p:cNvPr>
          <p:cNvSpPr/>
          <p:nvPr userDrawn="1"/>
        </p:nvSpPr>
        <p:spPr bwMode="auto">
          <a:xfrm>
            <a:off x="0" y="2757839"/>
            <a:ext cx="1326123" cy="1641153"/>
          </a:xfrm>
          <a:custGeom>
            <a:avLst/>
            <a:gdLst>
              <a:gd name="connsiteX0" fmla="*/ 0 w 1326123"/>
              <a:gd name="connsiteY0" fmla="*/ 0 h 1641153"/>
              <a:gd name="connsiteX1" fmla="*/ 1152632 w 1326123"/>
              <a:gd name="connsiteY1" fmla="*/ 822191 h 1641153"/>
              <a:gd name="connsiteX2" fmla="*/ 1326123 w 1326123"/>
              <a:gd name="connsiteY2" fmla="*/ 1207706 h 1641153"/>
              <a:gd name="connsiteX3" fmla="*/ 1326123 w 1326123"/>
              <a:gd name="connsiteY3" fmla="*/ 1641153 h 1641153"/>
              <a:gd name="connsiteX4" fmla="*/ 0 w 1326123"/>
              <a:gd name="connsiteY4" fmla="*/ 695259 h 1641153"/>
              <a:gd name="connsiteX5" fmla="*/ 0 w 1326123"/>
              <a:gd name="connsiteY5" fmla="*/ 0 h 1641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6123" h="1641153">
                <a:moveTo>
                  <a:pt x="0" y="0"/>
                </a:moveTo>
                <a:lnTo>
                  <a:pt x="1152632" y="822191"/>
                </a:lnTo>
                <a:cubicBezTo>
                  <a:pt x="1248494" y="890516"/>
                  <a:pt x="1326123" y="1063161"/>
                  <a:pt x="1326123" y="1207706"/>
                </a:cubicBezTo>
                <a:lnTo>
                  <a:pt x="1326123" y="1641153"/>
                </a:lnTo>
                <a:lnTo>
                  <a:pt x="0" y="69525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-65" charset="0"/>
            </a:endParaRPr>
          </a:p>
        </p:txBody>
      </p:sp>
      <p:sp>
        <p:nvSpPr>
          <p:cNvPr id="15" name="Forme libre : forme 14">
            <a:extLst>
              <a:ext uri="{FF2B5EF4-FFF2-40B4-BE49-F238E27FC236}">
                <a16:creationId xmlns:a16="http://schemas.microsoft.com/office/drawing/2014/main" id="{F36F947E-1D33-408F-B061-362D270E4F80}"/>
              </a:ext>
            </a:extLst>
          </p:cNvPr>
          <p:cNvSpPr/>
          <p:nvPr userDrawn="1"/>
        </p:nvSpPr>
        <p:spPr bwMode="auto">
          <a:xfrm>
            <a:off x="10293613" y="0"/>
            <a:ext cx="1894517" cy="1704513"/>
          </a:xfrm>
          <a:custGeom>
            <a:avLst/>
            <a:gdLst>
              <a:gd name="connsiteX0" fmla="*/ 0 w 1894517"/>
              <a:gd name="connsiteY0" fmla="*/ 0 h 1704513"/>
              <a:gd name="connsiteX1" fmla="*/ 1239603 w 1894517"/>
              <a:gd name="connsiteY1" fmla="*/ 0 h 1704513"/>
              <a:gd name="connsiteX2" fmla="*/ 1894517 w 1894517"/>
              <a:gd name="connsiteY2" fmla="*/ 467161 h 1704513"/>
              <a:gd name="connsiteX3" fmla="*/ 1894517 w 1894517"/>
              <a:gd name="connsiteY3" fmla="*/ 1704513 h 1704513"/>
              <a:gd name="connsiteX4" fmla="*/ 298591 w 1894517"/>
              <a:gd name="connsiteY4" fmla="*/ 566174 h 1704513"/>
              <a:gd name="connsiteX5" fmla="*/ 14110 w 1894517"/>
              <a:gd name="connsiteY5" fmla="*/ 78637 h 1704513"/>
              <a:gd name="connsiteX6" fmla="*/ 0 w 1894517"/>
              <a:gd name="connsiteY6" fmla="*/ 0 h 1704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94517" h="1704513">
                <a:moveTo>
                  <a:pt x="0" y="0"/>
                </a:moveTo>
                <a:lnTo>
                  <a:pt x="1239603" y="0"/>
                </a:lnTo>
                <a:lnTo>
                  <a:pt x="1894517" y="467161"/>
                </a:lnTo>
                <a:lnTo>
                  <a:pt x="1894517" y="1704513"/>
                </a:lnTo>
                <a:lnTo>
                  <a:pt x="298591" y="566174"/>
                </a:lnTo>
                <a:cubicBezTo>
                  <a:pt x="170766" y="474976"/>
                  <a:pt x="61003" y="279347"/>
                  <a:pt x="14110" y="78637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-65" charset="0"/>
            </a:endParaRPr>
          </a:p>
        </p:txBody>
      </p:sp>
      <p:sp>
        <p:nvSpPr>
          <p:cNvPr id="17" name="Forme libre : forme 16">
            <a:extLst>
              <a:ext uri="{FF2B5EF4-FFF2-40B4-BE49-F238E27FC236}">
                <a16:creationId xmlns:a16="http://schemas.microsoft.com/office/drawing/2014/main" id="{D8376F92-99CF-4046-918E-BEC21D52E13F}"/>
              </a:ext>
            </a:extLst>
          </p:cNvPr>
          <p:cNvSpPr/>
          <p:nvPr userDrawn="1"/>
        </p:nvSpPr>
        <p:spPr bwMode="auto">
          <a:xfrm>
            <a:off x="10645212" y="673269"/>
            <a:ext cx="1542918" cy="1568643"/>
          </a:xfrm>
          <a:custGeom>
            <a:avLst/>
            <a:gdLst>
              <a:gd name="connsiteX0" fmla="*/ 0 w 1542918"/>
              <a:gd name="connsiteY0" fmla="*/ 0 h 1568643"/>
              <a:gd name="connsiteX1" fmla="*/ 1542918 w 1542918"/>
              <a:gd name="connsiteY1" fmla="*/ 1100589 h 1568643"/>
              <a:gd name="connsiteX2" fmla="*/ 1542918 w 1542918"/>
              <a:gd name="connsiteY2" fmla="*/ 1568643 h 1568643"/>
              <a:gd name="connsiteX3" fmla="*/ 116802 w 1542918"/>
              <a:gd name="connsiteY3" fmla="*/ 551425 h 1568643"/>
              <a:gd name="connsiteX4" fmla="*/ 0 w 1542918"/>
              <a:gd name="connsiteY4" fmla="*/ 291815 h 1568643"/>
              <a:gd name="connsiteX5" fmla="*/ 0 w 1542918"/>
              <a:gd name="connsiteY5" fmla="*/ 0 h 1568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42918" h="1568643">
                <a:moveTo>
                  <a:pt x="0" y="0"/>
                </a:moveTo>
                <a:lnTo>
                  <a:pt x="1542918" y="1100589"/>
                </a:lnTo>
                <a:lnTo>
                  <a:pt x="1542918" y="1568643"/>
                </a:lnTo>
                <a:lnTo>
                  <a:pt x="116802" y="551425"/>
                </a:lnTo>
                <a:cubicBezTo>
                  <a:pt x="52327" y="505425"/>
                  <a:pt x="0" y="389193"/>
                  <a:pt x="0" y="291815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-65" charset="0"/>
            </a:endParaRPr>
          </a:p>
        </p:txBody>
      </p:sp>
      <p:sp>
        <p:nvSpPr>
          <p:cNvPr id="18" name="Forme libre : forme 17">
            <a:extLst>
              <a:ext uri="{FF2B5EF4-FFF2-40B4-BE49-F238E27FC236}">
                <a16:creationId xmlns:a16="http://schemas.microsoft.com/office/drawing/2014/main" id="{0E02C6D9-130B-4883-88E6-2E3F55762A67}"/>
              </a:ext>
            </a:extLst>
          </p:cNvPr>
          <p:cNvSpPr/>
          <p:nvPr userDrawn="1"/>
        </p:nvSpPr>
        <p:spPr bwMode="auto">
          <a:xfrm>
            <a:off x="0" y="3670628"/>
            <a:ext cx="3276600" cy="3205279"/>
          </a:xfrm>
          <a:custGeom>
            <a:avLst/>
            <a:gdLst>
              <a:gd name="connsiteX0" fmla="*/ 0 w 1077934"/>
              <a:gd name="connsiteY0" fmla="*/ 0 h 1054471"/>
              <a:gd name="connsiteX1" fmla="*/ 887196 w 1077934"/>
              <a:gd name="connsiteY1" fmla="*/ 632851 h 1054471"/>
              <a:gd name="connsiteX2" fmla="*/ 1074223 w 1077934"/>
              <a:gd name="connsiteY2" fmla="*/ 996248 h 1054471"/>
              <a:gd name="connsiteX3" fmla="*/ 1077934 w 1077934"/>
              <a:gd name="connsiteY3" fmla="*/ 1054471 h 1054471"/>
              <a:gd name="connsiteX4" fmla="*/ 405804 w 1077934"/>
              <a:gd name="connsiteY4" fmla="*/ 1054471 h 1054471"/>
              <a:gd name="connsiteX5" fmla="*/ 0 w 1077934"/>
              <a:gd name="connsiteY5" fmla="*/ 765020 h 1054471"/>
              <a:gd name="connsiteX6" fmla="*/ 0 w 1077934"/>
              <a:gd name="connsiteY6" fmla="*/ 0 h 1054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77934" h="1054471">
                <a:moveTo>
                  <a:pt x="0" y="0"/>
                </a:moveTo>
                <a:lnTo>
                  <a:pt x="887196" y="632851"/>
                </a:lnTo>
                <a:cubicBezTo>
                  <a:pt x="979494" y="698636"/>
                  <a:pt x="1056431" y="852306"/>
                  <a:pt x="1074223" y="996248"/>
                </a:cubicBezTo>
                <a:lnTo>
                  <a:pt x="1077934" y="1054471"/>
                </a:lnTo>
                <a:lnTo>
                  <a:pt x="405804" y="1054471"/>
                </a:lnTo>
                <a:lnTo>
                  <a:pt x="0" y="76502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-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6339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sposition personnalisé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7FB23F-9B10-49C3-B4AE-3625CEBC3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5EF62CB-C03C-44CD-A8DA-DAC613AE9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11A6F-2DCD-4CCB-A442-6C1FC04154D8}" type="datetime1">
              <a:rPr lang="fr-FR" smtClean="0"/>
              <a:t>10/02/2026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97E6E6A-B1A4-4A8A-A1A0-F8DEF36F5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8785452-351E-43EE-A432-8B6A91958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B78CA-AC4E-41C6-99C2-1A7CD2F706A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6" name="Forme libre : forme 5">
            <a:extLst>
              <a:ext uri="{FF2B5EF4-FFF2-40B4-BE49-F238E27FC236}">
                <a16:creationId xmlns:a16="http://schemas.microsoft.com/office/drawing/2014/main" id="{16C235F9-2DB0-49C0-B0A1-A371B6C0ADF2}"/>
              </a:ext>
            </a:extLst>
          </p:cNvPr>
          <p:cNvSpPr/>
          <p:nvPr userDrawn="1"/>
        </p:nvSpPr>
        <p:spPr bwMode="auto">
          <a:xfrm>
            <a:off x="11150471" y="1"/>
            <a:ext cx="1041529" cy="932293"/>
          </a:xfrm>
          <a:custGeom>
            <a:avLst/>
            <a:gdLst>
              <a:gd name="connsiteX0" fmla="*/ 0 w 1041529"/>
              <a:gd name="connsiteY0" fmla="*/ 0 h 932293"/>
              <a:gd name="connsiteX1" fmla="*/ 1041529 w 1041529"/>
              <a:gd name="connsiteY1" fmla="*/ 0 h 932293"/>
              <a:gd name="connsiteX2" fmla="*/ 1041529 w 1041529"/>
              <a:gd name="connsiteY2" fmla="*/ 932293 h 932293"/>
              <a:gd name="connsiteX3" fmla="*/ 247215 w 1041529"/>
              <a:gd name="connsiteY3" fmla="*/ 365726 h 932293"/>
              <a:gd name="connsiteX4" fmla="*/ 28924 w 1041529"/>
              <a:gd name="connsiteY4" fmla="*/ 73526 h 932293"/>
              <a:gd name="connsiteX5" fmla="*/ 0 w 1041529"/>
              <a:gd name="connsiteY5" fmla="*/ 0 h 932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1529" h="932293">
                <a:moveTo>
                  <a:pt x="0" y="0"/>
                </a:moveTo>
                <a:lnTo>
                  <a:pt x="1041529" y="0"/>
                </a:lnTo>
                <a:lnTo>
                  <a:pt x="1041529" y="932293"/>
                </a:lnTo>
                <a:lnTo>
                  <a:pt x="247215" y="365726"/>
                </a:lnTo>
                <a:cubicBezTo>
                  <a:pt x="161998" y="304928"/>
                  <a:pt x="84809" y="197715"/>
                  <a:pt x="28924" y="73526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-65" charset="0"/>
            </a:endParaRPr>
          </a:p>
        </p:txBody>
      </p:sp>
      <p:sp>
        <p:nvSpPr>
          <p:cNvPr id="7" name="Forme libre : forme 6">
            <a:extLst>
              <a:ext uri="{FF2B5EF4-FFF2-40B4-BE49-F238E27FC236}">
                <a16:creationId xmlns:a16="http://schemas.microsoft.com/office/drawing/2014/main" id="{CC85FEC7-BABD-44DF-8F6E-66EA3852D7F6}"/>
              </a:ext>
            </a:extLst>
          </p:cNvPr>
          <p:cNvSpPr/>
          <p:nvPr userDrawn="1"/>
        </p:nvSpPr>
        <p:spPr bwMode="auto">
          <a:xfrm>
            <a:off x="11707042" y="692685"/>
            <a:ext cx="484956" cy="886957"/>
          </a:xfrm>
          <a:custGeom>
            <a:avLst/>
            <a:gdLst>
              <a:gd name="connsiteX0" fmla="*/ 0 w 484956"/>
              <a:gd name="connsiteY0" fmla="*/ 0 h 886957"/>
              <a:gd name="connsiteX1" fmla="*/ 484956 w 484956"/>
              <a:gd name="connsiteY1" fmla="*/ 345927 h 886957"/>
              <a:gd name="connsiteX2" fmla="*/ 484956 w 484956"/>
              <a:gd name="connsiteY2" fmla="*/ 886957 h 886957"/>
              <a:gd name="connsiteX3" fmla="*/ 135000 w 484956"/>
              <a:gd name="connsiteY3" fmla="*/ 637341 h 886957"/>
              <a:gd name="connsiteX4" fmla="*/ 0 w 484956"/>
              <a:gd name="connsiteY4" fmla="*/ 337282 h 886957"/>
              <a:gd name="connsiteX5" fmla="*/ 0 w 484956"/>
              <a:gd name="connsiteY5" fmla="*/ 0 h 8869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84956" h="886957">
                <a:moveTo>
                  <a:pt x="0" y="0"/>
                </a:moveTo>
                <a:lnTo>
                  <a:pt x="484956" y="345927"/>
                </a:lnTo>
                <a:lnTo>
                  <a:pt x="484956" y="886957"/>
                </a:lnTo>
                <a:lnTo>
                  <a:pt x="135000" y="637341"/>
                </a:lnTo>
                <a:cubicBezTo>
                  <a:pt x="60480" y="584174"/>
                  <a:pt x="0" y="449832"/>
                  <a:pt x="0" y="337282"/>
                </a:cubicBezTo>
                <a:lnTo>
                  <a:pt x="0" y="0"/>
                </a:lnTo>
                <a:close/>
              </a:path>
            </a:pathLst>
          </a:custGeom>
          <a:solidFill>
            <a:srgbClr val="00579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-65" charset="0"/>
            </a:endParaRPr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CF52C4E8-DDC6-4388-AE7A-C396CC68BFAC}"/>
              </a:ext>
            </a:extLst>
          </p:cNvPr>
          <p:cNvSpPr/>
          <p:nvPr userDrawn="1"/>
        </p:nvSpPr>
        <p:spPr bwMode="auto">
          <a:xfrm>
            <a:off x="11881016" y="1744752"/>
            <a:ext cx="310983" cy="1459242"/>
          </a:xfrm>
          <a:custGeom>
            <a:avLst/>
            <a:gdLst>
              <a:gd name="connsiteX0" fmla="*/ 0 w 310983"/>
              <a:gd name="connsiteY0" fmla="*/ 0 h 1459242"/>
              <a:gd name="connsiteX1" fmla="*/ 310983 w 310983"/>
              <a:gd name="connsiteY1" fmla="*/ 221829 h 1459242"/>
              <a:gd name="connsiteX2" fmla="*/ 310983 w 310983"/>
              <a:gd name="connsiteY2" fmla="*/ 1459242 h 1459242"/>
              <a:gd name="connsiteX3" fmla="*/ 308757 w 310983"/>
              <a:gd name="connsiteY3" fmla="*/ 1457654 h 1459242"/>
              <a:gd name="connsiteX4" fmla="*/ 0 w 310983"/>
              <a:gd name="connsiteY4" fmla="*/ 771394 h 1459242"/>
              <a:gd name="connsiteX5" fmla="*/ 0 w 310983"/>
              <a:gd name="connsiteY5" fmla="*/ 0 h 1459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0983" h="1459242">
                <a:moveTo>
                  <a:pt x="0" y="0"/>
                </a:moveTo>
                <a:lnTo>
                  <a:pt x="310983" y="221829"/>
                </a:lnTo>
                <a:lnTo>
                  <a:pt x="310983" y="1459242"/>
                </a:lnTo>
                <a:lnTo>
                  <a:pt x="308757" y="1457654"/>
                </a:lnTo>
                <a:cubicBezTo>
                  <a:pt x="138323" y="1336057"/>
                  <a:pt x="0" y="1028804"/>
                  <a:pt x="0" y="771394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-65" charset="0"/>
            </a:endParaRPr>
          </a:p>
        </p:txBody>
      </p:sp>
      <p:sp>
        <p:nvSpPr>
          <p:cNvPr id="9" name="Forme libre : forme 8">
            <a:extLst>
              <a:ext uri="{FF2B5EF4-FFF2-40B4-BE49-F238E27FC236}">
                <a16:creationId xmlns:a16="http://schemas.microsoft.com/office/drawing/2014/main" id="{0AE6E1EE-67E6-48A7-B876-5B4BF4DB2932}"/>
              </a:ext>
            </a:extLst>
          </p:cNvPr>
          <p:cNvSpPr/>
          <p:nvPr userDrawn="1"/>
        </p:nvSpPr>
        <p:spPr bwMode="auto">
          <a:xfrm>
            <a:off x="1" y="3861048"/>
            <a:ext cx="211823" cy="613372"/>
          </a:xfrm>
          <a:custGeom>
            <a:avLst/>
            <a:gdLst>
              <a:gd name="connsiteX0" fmla="*/ 0 w 151451"/>
              <a:gd name="connsiteY0" fmla="*/ 0 h 438554"/>
              <a:gd name="connsiteX1" fmla="*/ 68969 w 151451"/>
              <a:gd name="connsiteY1" fmla="*/ 49197 h 438554"/>
              <a:gd name="connsiteX2" fmla="*/ 151451 w 151451"/>
              <a:gd name="connsiteY2" fmla="*/ 232482 h 438554"/>
              <a:gd name="connsiteX3" fmla="*/ 151451 w 151451"/>
              <a:gd name="connsiteY3" fmla="*/ 438554 h 438554"/>
              <a:gd name="connsiteX4" fmla="*/ 0 w 151451"/>
              <a:gd name="connsiteY4" fmla="*/ 330528 h 438554"/>
              <a:gd name="connsiteX5" fmla="*/ 0 w 151451"/>
              <a:gd name="connsiteY5" fmla="*/ 0 h 4385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1451" h="438554">
                <a:moveTo>
                  <a:pt x="0" y="0"/>
                </a:moveTo>
                <a:lnTo>
                  <a:pt x="68969" y="49197"/>
                </a:lnTo>
                <a:cubicBezTo>
                  <a:pt x="114544" y="81681"/>
                  <a:pt x="151451" y="163761"/>
                  <a:pt x="151451" y="232482"/>
                </a:cubicBezTo>
                <a:lnTo>
                  <a:pt x="151451" y="438554"/>
                </a:lnTo>
                <a:lnTo>
                  <a:pt x="0" y="330528"/>
                </a:lnTo>
                <a:lnTo>
                  <a:pt x="0" y="0"/>
                </a:lnTo>
                <a:close/>
              </a:path>
            </a:pathLst>
          </a:custGeom>
          <a:solidFill>
            <a:srgbClr val="00579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-65" charset="0"/>
            </a:endParaRPr>
          </a:p>
        </p:txBody>
      </p:sp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30886665-F0C6-4F56-977A-4FB9DBDFF41A}"/>
              </a:ext>
            </a:extLst>
          </p:cNvPr>
          <p:cNvSpPr/>
          <p:nvPr userDrawn="1"/>
        </p:nvSpPr>
        <p:spPr bwMode="auto">
          <a:xfrm>
            <a:off x="0" y="4406828"/>
            <a:ext cx="211824" cy="1362669"/>
          </a:xfrm>
          <a:custGeom>
            <a:avLst/>
            <a:gdLst>
              <a:gd name="connsiteX0" fmla="*/ 0 w 211824"/>
              <a:gd name="connsiteY0" fmla="*/ 0 h 1362669"/>
              <a:gd name="connsiteX1" fmla="*/ 23283 w 211824"/>
              <a:gd name="connsiteY1" fmla="*/ 27507 h 1362669"/>
              <a:gd name="connsiteX2" fmla="*/ 211824 w 211824"/>
              <a:gd name="connsiteY2" fmla="*/ 591275 h 1362669"/>
              <a:gd name="connsiteX3" fmla="*/ 211824 w 211824"/>
              <a:gd name="connsiteY3" fmla="*/ 1362669 h 1362669"/>
              <a:gd name="connsiteX4" fmla="*/ 0 w 211824"/>
              <a:gd name="connsiteY4" fmla="*/ 1211580 h 1362669"/>
              <a:gd name="connsiteX5" fmla="*/ 0 w 211824"/>
              <a:gd name="connsiteY5" fmla="*/ 0 h 1362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1824" h="1362669">
                <a:moveTo>
                  <a:pt x="0" y="0"/>
                </a:moveTo>
                <a:lnTo>
                  <a:pt x="23283" y="27507"/>
                </a:lnTo>
                <a:cubicBezTo>
                  <a:pt x="134112" y="177279"/>
                  <a:pt x="211824" y="398342"/>
                  <a:pt x="211824" y="591275"/>
                </a:cubicBezTo>
                <a:lnTo>
                  <a:pt x="211824" y="1362669"/>
                </a:lnTo>
                <a:lnTo>
                  <a:pt x="0" y="121158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-65" charset="0"/>
            </a:endParaRPr>
          </a:p>
        </p:txBody>
      </p:sp>
      <p:sp>
        <p:nvSpPr>
          <p:cNvPr id="11" name="Forme libre : forme 10">
            <a:extLst>
              <a:ext uri="{FF2B5EF4-FFF2-40B4-BE49-F238E27FC236}">
                <a16:creationId xmlns:a16="http://schemas.microsoft.com/office/drawing/2014/main" id="{22A0A82A-DFAF-4019-A822-6DC97B7EED4C}"/>
              </a:ext>
            </a:extLst>
          </p:cNvPr>
          <p:cNvSpPr/>
          <p:nvPr userDrawn="1"/>
        </p:nvSpPr>
        <p:spPr bwMode="auto">
          <a:xfrm>
            <a:off x="0" y="5803529"/>
            <a:ext cx="1077934" cy="1054471"/>
          </a:xfrm>
          <a:custGeom>
            <a:avLst/>
            <a:gdLst>
              <a:gd name="connsiteX0" fmla="*/ 0 w 1077934"/>
              <a:gd name="connsiteY0" fmla="*/ 0 h 1054471"/>
              <a:gd name="connsiteX1" fmla="*/ 887196 w 1077934"/>
              <a:gd name="connsiteY1" fmla="*/ 632851 h 1054471"/>
              <a:gd name="connsiteX2" fmla="*/ 1074223 w 1077934"/>
              <a:gd name="connsiteY2" fmla="*/ 996248 h 1054471"/>
              <a:gd name="connsiteX3" fmla="*/ 1077934 w 1077934"/>
              <a:gd name="connsiteY3" fmla="*/ 1054471 h 1054471"/>
              <a:gd name="connsiteX4" fmla="*/ 405804 w 1077934"/>
              <a:gd name="connsiteY4" fmla="*/ 1054471 h 1054471"/>
              <a:gd name="connsiteX5" fmla="*/ 0 w 1077934"/>
              <a:gd name="connsiteY5" fmla="*/ 765020 h 1054471"/>
              <a:gd name="connsiteX6" fmla="*/ 0 w 1077934"/>
              <a:gd name="connsiteY6" fmla="*/ 0 h 1054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77934" h="1054471">
                <a:moveTo>
                  <a:pt x="0" y="0"/>
                </a:moveTo>
                <a:lnTo>
                  <a:pt x="887196" y="632851"/>
                </a:lnTo>
                <a:cubicBezTo>
                  <a:pt x="979494" y="698636"/>
                  <a:pt x="1056431" y="852306"/>
                  <a:pt x="1074223" y="996248"/>
                </a:cubicBezTo>
                <a:lnTo>
                  <a:pt x="1077934" y="1054471"/>
                </a:lnTo>
                <a:lnTo>
                  <a:pt x="405804" y="1054471"/>
                </a:lnTo>
                <a:lnTo>
                  <a:pt x="0" y="765020"/>
                </a:lnTo>
                <a:lnTo>
                  <a:pt x="0" y="0"/>
                </a:lnTo>
                <a:close/>
              </a:path>
            </a:pathLst>
          </a:custGeom>
          <a:solidFill>
            <a:srgbClr val="00579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-65" charset="0"/>
            </a:endParaRPr>
          </a:p>
        </p:txBody>
      </p:sp>
      <p:sp>
        <p:nvSpPr>
          <p:cNvPr id="13" name="Espace réservé du contenu 12">
            <a:extLst>
              <a:ext uri="{FF2B5EF4-FFF2-40B4-BE49-F238E27FC236}">
                <a16:creationId xmlns:a16="http://schemas.microsoft.com/office/drawing/2014/main" id="{F5538252-B99F-409E-92E9-EB941551A84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1500"/>
            <a:ext cx="10515600" cy="42338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FDC2FB46-B33F-4EAC-972E-28BC033A288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4181" y="6254684"/>
            <a:ext cx="425451" cy="425451"/>
          </a:xfrm>
          <a:prstGeom prst="rect">
            <a:avLst/>
          </a:prstGeom>
        </p:spPr>
      </p:pic>
      <p:pic>
        <p:nvPicPr>
          <p:cNvPr id="15" name="Graphique 14">
            <a:extLst>
              <a:ext uri="{FF2B5EF4-FFF2-40B4-BE49-F238E27FC236}">
                <a16:creationId xmlns:a16="http://schemas.microsoft.com/office/drawing/2014/main" id="{4C0E530F-318F-4F01-8872-012B9F6E4B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54056" t="43970" b="21783"/>
          <a:stretch/>
        </p:blipFill>
        <p:spPr>
          <a:xfrm>
            <a:off x="9494255" y="6311363"/>
            <a:ext cx="927100" cy="312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324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521C29E-035C-4414-91F1-E5245AFCDA0B}"/>
              </a:ext>
            </a:extLst>
          </p:cNvPr>
          <p:cNvSpPr/>
          <p:nvPr userDrawn="1"/>
        </p:nvSpPr>
        <p:spPr>
          <a:xfrm>
            <a:off x="644685" y="152398"/>
            <a:ext cx="10953065" cy="65690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F85FE0E-2752-457D-885A-832143BE7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Barlow"/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56A95D9-C26C-4FBA-A9DA-BFDCEAB572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Barlow"/>
              </a:defRPr>
            </a:lvl1pPr>
            <a:lvl2pPr>
              <a:defRPr>
                <a:solidFill>
                  <a:schemeClr val="tx1"/>
                </a:solidFill>
                <a:latin typeface="Barlow"/>
              </a:defRPr>
            </a:lvl2pPr>
            <a:lvl3pPr>
              <a:defRPr>
                <a:solidFill>
                  <a:schemeClr val="tx1"/>
                </a:solidFill>
                <a:latin typeface="Barlow"/>
              </a:defRPr>
            </a:lvl3pPr>
            <a:lvl4pPr>
              <a:defRPr>
                <a:solidFill>
                  <a:schemeClr val="tx1"/>
                </a:solidFill>
                <a:latin typeface="Barlow"/>
              </a:defRPr>
            </a:lvl4pPr>
            <a:lvl5pPr>
              <a:defRPr>
                <a:solidFill>
                  <a:schemeClr val="tx1"/>
                </a:solidFill>
                <a:latin typeface="Barlow"/>
              </a:defRPr>
            </a:lvl5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3616C7F-13DB-4B5E-BC2F-EF77ED557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Barlow"/>
              </a:defRPr>
            </a:lvl1pPr>
          </a:lstStyle>
          <a:p>
            <a:fld id="{494FACF7-65DF-4B24-A11E-BEE657399872}" type="datetime1">
              <a:rPr lang="fr-FR" smtClean="0"/>
              <a:t>10/02/2026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9C1085C-868C-459D-9D59-2943425A4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Barlow"/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207011F-B9F9-4EFE-974D-9AEC7F35E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Barlow"/>
              </a:defRPr>
            </a:lvl1pPr>
          </a:lstStyle>
          <a:p>
            <a:fld id="{72DB78CA-AC4E-41C6-99C2-1A7CD2F706AE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A5601FEE-DB37-4998-BB92-6E3BCC1562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4181" y="6254684"/>
            <a:ext cx="425451" cy="425451"/>
          </a:xfrm>
          <a:prstGeom prst="rect">
            <a:avLst/>
          </a:prstGeom>
        </p:spPr>
      </p:pic>
      <p:pic>
        <p:nvPicPr>
          <p:cNvPr id="9" name="Graphique 8">
            <a:extLst>
              <a:ext uri="{FF2B5EF4-FFF2-40B4-BE49-F238E27FC236}">
                <a16:creationId xmlns:a16="http://schemas.microsoft.com/office/drawing/2014/main" id="{C785055E-B3C8-4D27-B58B-F5D7DF23E8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54056" t="43970" b="21783"/>
          <a:stretch/>
        </p:blipFill>
        <p:spPr>
          <a:xfrm>
            <a:off x="9494255" y="6311363"/>
            <a:ext cx="927100" cy="312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31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AF3A651F-4486-4493-9C0E-D3A8D4877EE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75" r="9282" b="22693"/>
          <a:stretch/>
        </p:blipFill>
        <p:spPr>
          <a:xfrm>
            <a:off x="0" y="1"/>
            <a:ext cx="12193052" cy="685799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214563B-AEBC-4EC7-816E-3D57098585A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A2D46">
              <a:alpha val="8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16CDEAA-A303-40CE-8708-3E8B0C522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Barlow"/>
              </a:defRPr>
            </a:lvl1pPr>
          </a:lstStyle>
          <a:p>
            <a:fld id="{FD9BF96C-3776-4F3E-A3C6-FA325FA68371}" type="datetime1">
              <a:rPr lang="fr-FR" smtClean="0"/>
              <a:t>10/02/2026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354B930-642C-4912-8C25-442785C9D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Barlow"/>
              </a:defRPr>
            </a:lvl1pPr>
          </a:lstStyle>
          <a:p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F9D8AB6-0DD1-4F50-96E4-4D59C9CF3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Barlow"/>
              </a:defRPr>
            </a:lvl1pPr>
          </a:lstStyle>
          <a:p>
            <a:fld id="{72DB78CA-AC4E-41C6-99C2-1A7CD2F706AE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77AFF357-3523-4B37-B8C6-AC1AE9826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  <a:latin typeface="Barlow"/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4272754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42C9BE8-B7C3-4FBE-BA43-140948613430}"/>
              </a:ext>
            </a:extLst>
          </p:cNvPr>
          <p:cNvSpPr/>
          <p:nvPr userDrawn="1"/>
        </p:nvSpPr>
        <p:spPr>
          <a:xfrm>
            <a:off x="644685" y="152398"/>
            <a:ext cx="10953065" cy="65690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Barlow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4B91E3C-86D6-4746-A064-3AABA3756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tx1"/>
                </a:solidFill>
                <a:latin typeface="Barlow"/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1E96921-8D16-4198-8E2D-BDE9560258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Barlow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F2DD4D1-0DBC-4CAB-96FE-356F03D8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Barlow"/>
              </a:defRPr>
            </a:lvl1pPr>
          </a:lstStyle>
          <a:p>
            <a:fld id="{F455EDF6-0D92-4E82-BB1A-8B89DD190B44}" type="datetime1">
              <a:rPr lang="fr-FR" smtClean="0"/>
              <a:t>10/02/2026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BAEA07A-6E3C-4A0B-A5CC-67DD5B76E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Barlow"/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2CCED37-0373-44C4-A173-BA0F03B69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Barlow"/>
              </a:defRPr>
            </a:lvl1pPr>
          </a:lstStyle>
          <a:p>
            <a:fld id="{72DB78CA-AC4E-41C6-99C2-1A7CD2F706A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4" name="Forme libre : forme 13">
            <a:extLst>
              <a:ext uri="{FF2B5EF4-FFF2-40B4-BE49-F238E27FC236}">
                <a16:creationId xmlns:a16="http://schemas.microsoft.com/office/drawing/2014/main" id="{6038F77D-4AC8-4F0A-BA17-EABEA71D9025}"/>
              </a:ext>
            </a:extLst>
          </p:cNvPr>
          <p:cNvSpPr/>
          <p:nvPr userDrawn="1"/>
        </p:nvSpPr>
        <p:spPr bwMode="auto">
          <a:xfrm>
            <a:off x="1" y="3861048"/>
            <a:ext cx="211823" cy="613372"/>
          </a:xfrm>
          <a:custGeom>
            <a:avLst/>
            <a:gdLst>
              <a:gd name="connsiteX0" fmla="*/ 0 w 151451"/>
              <a:gd name="connsiteY0" fmla="*/ 0 h 438554"/>
              <a:gd name="connsiteX1" fmla="*/ 68969 w 151451"/>
              <a:gd name="connsiteY1" fmla="*/ 49197 h 438554"/>
              <a:gd name="connsiteX2" fmla="*/ 151451 w 151451"/>
              <a:gd name="connsiteY2" fmla="*/ 232482 h 438554"/>
              <a:gd name="connsiteX3" fmla="*/ 151451 w 151451"/>
              <a:gd name="connsiteY3" fmla="*/ 438554 h 438554"/>
              <a:gd name="connsiteX4" fmla="*/ 0 w 151451"/>
              <a:gd name="connsiteY4" fmla="*/ 330528 h 438554"/>
              <a:gd name="connsiteX5" fmla="*/ 0 w 151451"/>
              <a:gd name="connsiteY5" fmla="*/ 0 h 4385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1451" h="438554">
                <a:moveTo>
                  <a:pt x="0" y="0"/>
                </a:moveTo>
                <a:lnTo>
                  <a:pt x="68969" y="49197"/>
                </a:lnTo>
                <a:cubicBezTo>
                  <a:pt x="114544" y="81681"/>
                  <a:pt x="151451" y="163761"/>
                  <a:pt x="151451" y="232482"/>
                </a:cubicBezTo>
                <a:lnTo>
                  <a:pt x="151451" y="438554"/>
                </a:lnTo>
                <a:lnTo>
                  <a:pt x="0" y="330528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-65" charset="0"/>
            </a:endParaRPr>
          </a:p>
        </p:txBody>
      </p:sp>
      <p:sp>
        <p:nvSpPr>
          <p:cNvPr id="15" name="Forme libre : forme 14">
            <a:extLst>
              <a:ext uri="{FF2B5EF4-FFF2-40B4-BE49-F238E27FC236}">
                <a16:creationId xmlns:a16="http://schemas.microsoft.com/office/drawing/2014/main" id="{D93D40B5-9E48-457A-9A39-91FA798671E9}"/>
              </a:ext>
            </a:extLst>
          </p:cNvPr>
          <p:cNvSpPr/>
          <p:nvPr userDrawn="1"/>
        </p:nvSpPr>
        <p:spPr bwMode="auto">
          <a:xfrm>
            <a:off x="0" y="4406828"/>
            <a:ext cx="211824" cy="1362669"/>
          </a:xfrm>
          <a:custGeom>
            <a:avLst/>
            <a:gdLst>
              <a:gd name="connsiteX0" fmla="*/ 0 w 211824"/>
              <a:gd name="connsiteY0" fmla="*/ 0 h 1362669"/>
              <a:gd name="connsiteX1" fmla="*/ 23283 w 211824"/>
              <a:gd name="connsiteY1" fmla="*/ 27507 h 1362669"/>
              <a:gd name="connsiteX2" fmla="*/ 211824 w 211824"/>
              <a:gd name="connsiteY2" fmla="*/ 591275 h 1362669"/>
              <a:gd name="connsiteX3" fmla="*/ 211824 w 211824"/>
              <a:gd name="connsiteY3" fmla="*/ 1362669 h 1362669"/>
              <a:gd name="connsiteX4" fmla="*/ 0 w 211824"/>
              <a:gd name="connsiteY4" fmla="*/ 1211580 h 1362669"/>
              <a:gd name="connsiteX5" fmla="*/ 0 w 211824"/>
              <a:gd name="connsiteY5" fmla="*/ 0 h 1362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1824" h="1362669">
                <a:moveTo>
                  <a:pt x="0" y="0"/>
                </a:moveTo>
                <a:lnTo>
                  <a:pt x="23283" y="27507"/>
                </a:lnTo>
                <a:cubicBezTo>
                  <a:pt x="134112" y="177279"/>
                  <a:pt x="211824" y="398342"/>
                  <a:pt x="211824" y="591275"/>
                </a:cubicBezTo>
                <a:lnTo>
                  <a:pt x="211824" y="1362669"/>
                </a:lnTo>
                <a:lnTo>
                  <a:pt x="0" y="121158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-65" charset="0"/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C3369AF2-EF10-4BD7-AD61-E9A3E6A8D4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4181" y="6254684"/>
            <a:ext cx="425451" cy="425451"/>
          </a:xfrm>
          <a:prstGeom prst="rect">
            <a:avLst/>
          </a:prstGeom>
        </p:spPr>
      </p:pic>
      <p:pic>
        <p:nvPicPr>
          <p:cNvPr id="11" name="Graphique 10">
            <a:extLst>
              <a:ext uri="{FF2B5EF4-FFF2-40B4-BE49-F238E27FC236}">
                <a16:creationId xmlns:a16="http://schemas.microsoft.com/office/drawing/2014/main" id="{ECA590D6-A505-47DF-B83B-2B28683C5AA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54056" t="43970" b="21783"/>
          <a:stretch/>
        </p:blipFill>
        <p:spPr>
          <a:xfrm>
            <a:off x="9494255" y="6311363"/>
            <a:ext cx="927100" cy="312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115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4A846F5-61BD-4CE6-AC82-636060587C69}"/>
              </a:ext>
            </a:extLst>
          </p:cNvPr>
          <p:cNvSpPr/>
          <p:nvPr userDrawn="1"/>
        </p:nvSpPr>
        <p:spPr>
          <a:xfrm>
            <a:off x="644685" y="152398"/>
            <a:ext cx="10953065" cy="65690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E92BD5A-FC79-4DBF-9F61-11F961638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Barlow"/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702601B-DB9D-4B30-A45E-03F2355221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Barlow"/>
              </a:defRPr>
            </a:lvl1pPr>
            <a:lvl2pPr>
              <a:defRPr>
                <a:solidFill>
                  <a:schemeClr val="tx1"/>
                </a:solidFill>
                <a:latin typeface="Barlow"/>
              </a:defRPr>
            </a:lvl2pPr>
            <a:lvl3pPr>
              <a:defRPr>
                <a:solidFill>
                  <a:schemeClr val="tx1"/>
                </a:solidFill>
                <a:latin typeface="Barlow"/>
              </a:defRPr>
            </a:lvl3pPr>
            <a:lvl4pPr>
              <a:defRPr>
                <a:solidFill>
                  <a:schemeClr val="tx1"/>
                </a:solidFill>
                <a:latin typeface="Barlow"/>
              </a:defRPr>
            </a:lvl4pPr>
            <a:lvl5pPr>
              <a:defRPr>
                <a:solidFill>
                  <a:schemeClr val="tx1"/>
                </a:solidFill>
                <a:latin typeface="Barlow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6B80346-1B83-4441-8336-4AE7250774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Barlow"/>
              </a:defRPr>
            </a:lvl1pPr>
            <a:lvl2pPr>
              <a:defRPr>
                <a:solidFill>
                  <a:schemeClr val="tx1"/>
                </a:solidFill>
                <a:latin typeface="Barlow"/>
              </a:defRPr>
            </a:lvl2pPr>
            <a:lvl3pPr>
              <a:defRPr>
                <a:solidFill>
                  <a:schemeClr val="tx1"/>
                </a:solidFill>
                <a:latin typeface="Barlow"/>
              </a:defRPr>
            </a:lvl3pPr>
            <a:lvl4pPr>
              <a:defRPr>
                <a:solidFill>
                  <a:schemeClr val="tx1"/>
                </a:solidFill>
                <a:latin typeface="Barlow"/>
              </a:defRPr>
            </a:lvl4pPr>
            <a:lvl5pPr>
              <a:defRPr>
                <a:solidFill>
                  <a:schemeClr val="tx1"/>
                </a:solidFill>
                <a:latin typeface="Barlow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8386F4E-6808-4370-A5E0-2875ABC10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Barlow"/>
              </a:defRPr>
            </a:lvl1pPr>
          </a:lstStyle>
          <a:p>
            <a:fld id="{D9B88715-6606-4497-988A-BC887B668F79}" type="datetime1">
              <a:rPr lang="fr-FR" smtClean="0"/>
              <a:t>10/02/2026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FB0BE34-8D62-4CB4-810B-DE75A864D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Barlow"/>
              </a:defRPr>
            </a:lvl1pPr>
          </a:lstStyle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856B211-DF87-49B9-8AE7-D077915F0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Barlow"/>
              </a:defRPr>
            </a:lvl1pPr>
          </a:lstStyle>
          <a:p>
            <a:fld id="{72DB78CA-AC4E-41C6-99C2-1A7CD2F706AE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6364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E33E2B3-2D00-4E27-8FD7-E551CD9A26A2}"/>
              </a:ext>
            </a:extLst>
          </p:cNvPr>
          <p:cNvSpPr/>
          <p:nvPr userDrawn="1"/>
        </p:nvSpPr>
        <p:spPr>
          <a:xfrm>
            <a:off x="644685" y="152398"/>
            <a:ext cx="10953065" cy="65690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Barlow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C988167-989F-4AD8-8903-362590BC2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Barlow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F3C2BF4-3F23-4212-B009-3EB3839C5F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  <a:latin typeface="Barlow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7AC4B2C-EA69-4EC0-8A87-99B1405521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Barlow"/>
              </a:defRPr>
            </a:lvl1pPr>
            <a:lvl2pPr>
              <a:defRPr>
                <a:solidFill>
                  <a:schemeClr val="tx1"/>
                </a:solidFill>
                <a:latin typeface="Barlow"/>
              </a:defRPr>
            </a:lvl2pPr>
            <a:lvl3pPr>
              <a:defRPr>
                <a:solidFill>
                  <a:schemeClr val="tx1"/>
                </a:solidFill>
                <a:latin typeface="Barlow"/>
              </a:defRPr>
            </a:lvl3pPr>
            <a:lvl4pPr>
              <a:defRPr>
                <a:solidFill>
                  <a:schemeClr val="tx1"/>
                </a:solidFill>
                <a:latin typeface="Barlow"/>
              </a:defRPr>
            </a:lvl4pPr>
            <a:lvl5pPr>
              <a:defRPr>
                <a:solidFill>
                  <a:schemeClr val="tx1"/>
                </a:solidFill>
                <a:latin typeface="Barlow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5F949C8-D5CC-47C9-9EB8-074008EB21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  <a:latin typeface="Barlow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E9BECED-8A1B-4E34-B0BC-B04FDAA404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Barlow"/>
              </a:defRPr>
            </a:lvl1pPr>
            <a:lvl2pPr>
              <a:defRPr>
                <a:solidFill>
                  <a:schemeClr val="tx1"/>
                </a:solidFill>
                <a:latin typeface="Barlow"/>
              </a:defRPr>
            </a:lvl2pPr>
            <a:lvl3pPr>
              <a:defRPr>
                <a:solidFill>
                  <a:schemeClr val="tx1"/>
                </a:solidFill>
                <a:latin typeface="Barlow"/>
              </a:defRPr>
            </a:lvl3pPr>
            <a:lvl4pPr>
              <a:defRPr>
                <a:solidFill>
                  <a:schemeClr val="tx1"/>
                </a:solidFill>
                <a:latin typeface="Barlow"/>
              </a:defRPr>
            </a:lvl4pPr>
            <a:lvl5pPr>
              <a:defRPr>
                <a:solidFill>
                  <a:schemeClr val="tx1"/>
                </a:solidFill>
                <a:latin typeface="Barlow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E0B5B16-65B3-41C7-A698-2FFCE3636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Barlow"/>
              </a:defRPr>
            </a:lvl1pPr>
          </a:lstStyle>
          <a:p>
            <a:fld id="{88E069FD-0F89-49E2-9F00-404145F504B8}" type="datetime1">
              <a:rPr lang="fr-FR" smtClean="0"/>
              <a:t>10/02/2026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8DB3191-0CD3-4FB2-B25D-F06BE5035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Barlow"/>
              </a:defRPr>
            </a:lvl1pPr>
          </a:lstStyle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D0CF384-EE5C-4206-B8E8-D2DEE7202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Barlow"/>
              </a:defRPr>
            </a:lvl1pPr>
          </a:lstStyle>
          <a:p>
            <a:fld id="{72DB78CA-AC4E-41C6-99C2-1A7CD2F706AE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7779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6A4B37-6630-4F2B-96C5-2B41AFB72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arlow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621B7B1-20D3-47CC-AD91-A9E2195FC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Barlow"/>
              </a:defRPr>
            </a:lvl1pPr>
          </a:lstStyle>
          <a:p>
            <a:fld id="{A017B00B-4A65-4B48-AF36-ED42E3DE3B20}" type="datetime1">
              <a:rPr lang="fr-FR" smtClean="0"/>
              <a:t>10/02/2026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6B31643-E5E7-4E1B-9897-85D3D5E05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Barlow"/>
              </a:defRPr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02A5710-83BE-487F-A0D5-3BD4B0FBA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Barlow"/>
              </a:defRPr>
            </a:lvl1pPr>
          </a:lstStyle>
          <a:p>
            <a:fld id="{72DB78CA-AC4E-41C6-99C2-1A7CD2F706AE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2849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7E58DC0-67D7-423A-88D2-BD383EECA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Barlow"/>
              </a:defRPr>
            </a:lvl1pPr>
          </a:lstStyle>
          <a:p>
            <a:fld id="{1CC48D0B-3A1B-4955-93DC-CFADE840C296}" type="datetime1">
              <a:rPr lang="fr-FR" smtClean="0"/>
              <a:t>10/02/2026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118C70D-FC2B-4F3E-9D4D-32F037A26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Barlow"/>
              </a:defRPr>
            </a:lvl1pPr>
          </a:lstStyle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18A7AFD-20D5-4469-9D78-B23A2C038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Barlow"/>
              </a:defRPr>
            </a:lvl1pPr>
          </a:lstStyle>
          <a:p>
            <a:fld id="{72DB78CA-AC4E-41C6-99C2-1A7CD2F706AE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2060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CCF603-18D5-4EAA-8453-E6247D4F8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Barlow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0E3417A-1821-4D08-863E-799DE8063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Barlow"/>
              </a:defRPr>
            </a:lvl1pPr>
            <a:lvl2pPr>
              <a:defRPr sz="2800">
                <a:latin typeface="Barlow"/>
              </a:defRPr>
            </a:lvl2pPr>
            <a:lvl3pPr>
              <a:defRPr sz="2400">
                <a:latin typeface="Barlow"/>
              </a:defRPr>
            </a:lvl3pPr>
            <a:lvl4pPr>
              <a:defRPr sz="2000">
                <a:latin typeface="Barlow"/>
              </a:defRPr>
            </a:lvl4pPr>
            <a:lvl5pPr>
              <a:defRPr sz="2000">
                <a:latin typeface="Barlow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DD63CD3-795A-4001-AB84-EC98AA24A5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Barlow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6F2350C-AAE7-4081-A28C-5C1D42A63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Barlow"/>
              </a:defRPr>
            </a:lvl1pPr>
          </a:lstStyle>
          <a:p>
            <a:fld id="{DA6EC500-3F2A-4368-9EB4-1A5466A8998E}" type="datetime1">
              <a:rPr lang="fr-FR" smtClean="0"/>
              <a:t>10/02/2026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0F67821-6112-49B0-947F-FAA2F56EC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Barlow"/>
              </a:defRPr>
            </a:lvl1pPr>
          </a:lstStyle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E1BCE47-0A19-47EB-8245-D31DC7CDD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Barlow"/>
              </a:defRPr>
            </a:lvl1pPr>
          </a:lstStyle>
          <a:p>
            <a:fld id="{72DB78CA-AC4E-41C6-99C2-1A7CD2F706AE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35279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A73B1E-347A-48C1-B5AC-3F93D1360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Barlow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B854E77-6185-4D7F-BAD3-359275FA14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Barlow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B951580-1BDA-4AF5-ABB5-B493F6ABCE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Barlow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AB386E7-68CA-4882-9114-22A63ED17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Barlow"/>
              </a:defRPr>
            </a:lvl1pPr>
          </a:lstStyle>
          <a:p>
            <a:fld id="{17257DEB-19FD-4336-8E38-2EF74BBFF988}" type="datetime1">
              <a:rPr lang="fr-FR" smtClean="0"/>
              <a:t>10/02/2026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48AC37D-9DE1-48F3-ABF5-D60B80962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Barlow"/>
              </a:defRPr>
            </a:lvl1pPr>
          </a:lstStyle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FD3711E-4EB2-410D-87F3-D0E54F0CD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Barlow"/>
              </a:defRPr>
            </a:lvl1pPr>
          </a:lstStyle>
          <a:p>
            <a:fld id="{72DB78CA-AC4E-41C6-99C2-1A7CD2F706AE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48974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146019-9E33-4E8E-8787-87C373F2C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arlow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3465A6C-FD7C-4C90-82EF-642831D2FB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Barlow"/>
              </a:defRPr>
            </a:lvl1pPr>
            <a:lvl2pPr>
              <a:defRPr>
                <a:latin typeface="Barlow"/>
              </a:defRPr>
            </a:lvl2pPr>
            <a:lvl3pPr>
              <a:defRPr>
                <a:latin typeface="Barlow"/>
              </a:defRPr>
            </a:lvl3pPr>
            <a:lvl4pPr>
              <a:defRPr>
                <a:latin typeface="Barlow"/>
              </a:defRPr>
            </a:lvl4pPr>
            <a:lvl5pPr>
              <a:defRPr>
                <a:latin typeface="Barlow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0753271-7B36-48EE-ADEB-FEF72A0B4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Barlow"/>
              </a:defRPr>
            </a:lvl1pPr>
          </a:lstStyle>
          <a:p>
            <a:fld id="{D559AAAF-A71E-426A-8B27-5A77C0B7D4D3}" type="datetime1">
              <a:rPr lang="fr-FR" smtClean="0"/>
              <a:t>10/02/2026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746F0E9-E7BC-4AEB-BC3B-46B37B99E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Barlow"/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E674634-364A-4100-94F5-D3577835C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Barlow"/>
              </a:defRPr>
            </a:lvl1pPr>
          </a:lstStyle>
          <a:p>
            <a:fld id="{72DB78CA-AC4E-41C6-99C2-1A7CD2F706AE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07861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888516C-9747-47C1-B78F-A8EF3D4D23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>
                <a:latin typeface="Barlow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5729A30-9FC8-4865-B809-9AD2C076C8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latin typeface="Barlow"/>
              </a:defRPr>
            </a:lvl1pPr>
            <a:lvl2pPr>
              <a:defRPr>
                <a:latin typeface="Barlow"/>
              </a:defRPr>
            </a:lvl2pPr>
            <a:lvl3pPr>
              <a:defRPr>
                <a:latin typeface="Barlow"/>
              </a:defRPr>
            </a:lvl3pPr>
            <a:lvl4pPr>
              <a:defRPr>
                <a:latin typeface="Barlow"/>
              </a:defRPr>
            </a:lvl4pPr>
            <a:lvl5pPr>
              <a:defRPr>
                <a:latin typeface="Barlow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011A11A-B2C6-4F99-8F94-AA5B9F5F9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Barlow"/>
              </a:defRPr>
            </a:lvl1pPr>
          </a:lstStyle>
          <a:p>
            <a:fld id="{EE7BD402-5C09-44F3-BF33-E5028011EA56}" type="datetime1">
              <a:rPr lang="fr-FR" smtClean="0"/>
              <a:t>10/02/2026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9C22C37-B396-4B3C-9F40-978CABFBA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Barlow"/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7EE26A0-082A-423B-B2B3-7E9109FB2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Barlow"/>
              </a:defRPr>
            </a:lvl1pPr>
          </a:lstStyle>
          <a:p>
            <a:fld id="{72DB78CA-AC4E-41C6-99C2-1A7CD2F706AE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72393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69CAFB2-3F1D-4071-B82A-AC9C0624726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0D0655D-A348-4A21-AD7E-B93FEBC2D1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0151" y="1658940"/>
            <a:ext cx="9826624" cy="1975937"/>
          </a:xfrm>
        </p:spPr>
        <p:txBody>
          <a:bodyPr anchor="b"/>
          <a:lstStyle>
            <a:lvl1pPr algn="ctr">
              <a:defRPr sz="6000">
                <a:solidFill>
                  <a:schemeClr val="tx1"/>
                </a:solidFill>
                <a:latin typeface="Barlow"/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30FF486-C6E9-4EDC-A34D-99DBA22B56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0152" y="3757364"/>
            <a:ext cx="9826623" cy="101380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Barlow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0CF4016-65F3-49C2-AC7C-06DAF8E1A0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41863" y="4908143"/>
            <a:ext cx="2743200" cy="3651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Barlow"/>
              </a:defRPr>
            </a:lvl1pPr>
          </a:lstStyle>
          <a:p>
            <a:fld id="{5B8B3B94-201A-4C5D-BFEB-9551F3FF6F9F}" type="datetime1">
              <a:rPr lang="fr-FR" smtClean="0"/>
              <a:t>10/02/2026</a:t>
            </a:fld>
            <a:endParaRPr lang="fr-FR" dirty="0"/>
          </a:p>
        </p:txBody>
      </p:sp>
      <p:pic>
        <p:nvPicPr>
          <p:cNvPr id="14" name="Graphique 13">
            <a:extLst>
              <a:ext uri="{FF2B5EF4-FFF2-40B4-BE49-F238E27FC236}">
                <a16:creationId xmlns:a16="http://schemas.microsoft.com/office/drawing/2014/main" id="{042E66F9-D63E-4A49-9DAE-F84FD93623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41501" y="528446"/>
            <a:ext cx="1716600" cy="775239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B8F0A0A5-997C-4D30-99BA-C401EF444C8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1764" y="542322"/>
            <a:ext cx="2226505" cy="774058"/>
          </a:xfrm>
          <a:prstGeom prst="rect">
            <a:avLst/>
          </a:prstGeom>
        </p:spPr>
      </p:pic>
      <p:sp>
        <p:nvSpPr>
          <p:cNvPr id="13" name="Forme libre : forme 12">
            <a:extLst>
              <a:ext uri="{FF2B5EF4-FFF2-40B4-BE49-F238E27FC236}">
                <a16:creationId xmlns:a16="http://schemas.microsoft.com/office/drawing/2014/main" id="{189F83CD-FC28-4554-A71D-479E69750597}"/>
              </a:ext>
            </a:extLst>
          </p:cNvPr>
          <p:cNvSpPr/>
          <p:nvPr userDrawn="1"/>
        </p:nvSpPr>
        <p:spPr bwMode="auto">
          <a:xfrm>
            <a:off x="0" y="2757839"/>
            <a:ext cx="1326123" cy="1641153"/>
          </a:xfrm>
          <a:custGeom>
            <a:avLst/>
            <a:gdLst>
              <a:gd name="connsiteX0" fmla="*/ 0 w 1326123"/>
              <a:gd name="connsiteY0" fmla="*/ 0 h 1641153"/>
              <a:gd name="connsiteX1" fmla="*/ 1152632 w 1326123"/>
              <a:gd name="connsiteY1" fmla="*/ 822191 h 1641153"/>
              <a:gd name="connsiteX2" fmla="*/ 1326123 w 1326123"/>
              <a:gd name="connsiteY2" fmla="*/ 1207706 h 1641153"/>
              <a:gd name="connsiteX3" fmla="*/ 1326123 w 1326123"/>
              <a:gd name="connsiteY3" fmla="*/ 1641153 h 1641153"/>
              <a:gd name="connsiteX4" fmla="*/ 0 w 1326123"/>
              <a:gd name="connsiteY4" fmla="*/ 695259 h 1641153"/>
              <a:gd name="connsiteX5" fmla="*/ 0 w 1326123"/>
              <a:gd name="connsiteY5" fmla="*/ 0 h 1641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6123" h="1641153">
                <a:moveTo>
                  <a:pt x="0" y="0"/>
                </a:moveTo>
                <a:lnTo>
                  <a:pt x="1152632" y="822191"/>
                </a:lnTo>
                <a:cubicBezTo>
                  <a:pt x="1248494" y="890516"/>
                  <a:pt x="1326123" y="1063161"/>
                  <a:pt x="1326123" y="1207706"/>
                </a:cubicBezTo>
                <a:lnTo>
                  <a:pt x="1326123" y="1641153"/>
                </a:lnTo>
                <a:lnTo>
                  <a:pt x="0" y="69525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-65" charset="0"/>
            </a:endParaRPr>
          </a:p>
        </p:txBody>
      </p:sp>
      <p:sp>
        <p:nvSpPr>
          <p:cNvPr id="15" name="Forme libre : forme 14">
            <a:extLst>
              <a:ext uri="{FF2B5EF4-FFF2-40B4-BE49-F238E27FC236}">
                <a16:creationId xmlns:a16="http://schemas.microsoft.com/office/drawing/2014/main" id="{F36F947E-1D33-408F-B061-362D270E4F80}"/>
              </a:ext>
            </a:extLst>
          </p:cNvPr>
          <p:cNvSpPr/>
          <p:nvPr userDrawn="1"/>
        </p:nvSpPr>
        <p:spPr bwMode="auto">
          <a:xfrm>
            <a:off x="10293613" y="0"/>
            <a:ext cx="1894517" cy="1704513"/>
          </a:xfrm>
          <a:custGeom>
            <a:avLst/>
            <a:gdLst>
              <a:gd name="connsiteX0" fmla="*/ 0 w 1894517"/>
              <a:gd name="connsiteY0" fmla="*/ 0 h 1704513"/>
              <a:gd name="connsiteX1" fmla="*/ 1239603 w 1894517"/>
              <a:gd name="connsiteY1" fmla="*/ 0 h 1704513"/>
              <a:gd name="connsiteX2" fmla="*/ 1894517 w 1894517"/>
              <a:gd name="connsiteY2" fmla="*/ 467161 h 1704513"/>
              <a:gd name="connsiteX3" fmla="*/ 1894517 w 1894517"/>
              <a:gd name="connsiteY3" fmla="*/ 1704513 h 1704513"/>
              <a:gd name="connsiteX4" fmla="*/ 298591 w 1894517"/>
              <a:gd name="connsiteY4" fmla="*/ 566174 h 1704513"/>
              <a:gd name="connsiteX5" fmla="*/ 14110 w 1894517"/>
              <a:gd name="connsiteY5" fmla="*/ 78637 h 1704513"/>
              <a:gd name="connsiteX6" fmla="*/ 0 w 1894517"/>
              <a:gd name="connsiteY6" fmla="*/ 0 h 1704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94517" h="1704513">
                <a:moveTo>
                  <a:pt x="0" y="0"/>
                </a:moveTo>
                <a:lnTo>
                  <a:pt x="1239603" y="0"/>
                </a:lnTo>
                <a:lnTo>
                  <a:pt x="1894517" y="467161"/>
                </a:lnTo>
                <a:lnTo>
                  <a:pt x="1894517" y="1704513"/>
                </a:lnTo>
                <a:lnTo>
                  <a:pt x="298591" y="566174"/>
                </a:lnTo>
                <a:cubicBezTo>
                  <a:pt x="170766" y="474976"/>
                  <a:pt x="61003" y="279347"/>
                  <a:pt x="14110" y="78637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-65" charset="0"/>
            </a:endParaRPr>
          </a:p>
        </p:txBody>
      </p:sp>
      <p:sp>
        <p:nvSpPr>
          <p:cNvPr id="17" name="Forme libre : forme 16">
            <a:extLst>
              <a:ext uri="{FF2B5EF4-FFF2-40B4-BE49-F238E27FC236}">
                <a16:creationId xmlns:a16="http://schemas.microsoft.com/office/drawing/2014/main" id="{D8376F92-99CF-4046-918E-BEC21D52E13F}"/>
              </a:ext>
            </a:extLst>
          </p:cNvPr>
          <p:cNvSpPr/>
          <p:nvPr userDrawn="1"/>
        </p:nvSpPr>
        <p:spPr bwMode="auto">
          <a:xfrm>
            <a:off x="10645212" y="673269"/>
            <a:ext cx="1542918" cy="1568643"/>
          </a:xfrm>
          <a:custGeom>
            <a:avLst/>
            <a:gdLst>
              <a:gd name="connsiteX0" fmla="*/ 0 w 1542918"/>
              <a:gd name="connsiteY0" fmla="*/ 0 h 1568643"/>
              <a:gd name="connsiteX1" fmla="*/ 1542918 w 1542918"/>
              <a:gd name="connsiteY1" fmla="*/ 1100589 h 1568643"/>
              <a:gd name="connsiteX2" fmla="*/ 1542918 w 1542918"/>
              <a:gd name="connsiteY2" fmla="*/ 1568643 h 1568643"/>
              <a:gd name="connsiteX3" fmla="*/ 116802 w 1542918"/>
              <a:gd name="connsiteY3" fmla="*/ 551425 h 1568643"/>
              <a:gd name="connsiteX4" fmla="*/ 0 w 1542918"/>
              <a:gd name="connsiteY4" fmla="*/ 291815 h 1568643"/>
              <a:gd name="connsiteX5" fmla="*/ 0 w 1542918"/>
              <a:gd name="connsiteY5" fmla="*/ 0 h 1568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42918" h="1568643">
                <a:moveTo>
                  <a:pt x="0" y="0"/>
                </a:moveTo>
                <a:lnTo>
                  <a:pt x="1542918" y="1100589"/>
                </a:lnTo>
                <a:lnTo>
                  <a:pt x="1542918" y="1568643"/>
                </a:lnTo>
                <a:lnTo>
                  <a:pt x="116802" y="551425"/>
                </a:lnTo>
                <a:cubicBezTo>
                  <a:pt x="52327" y="505425"/>
                  <a:pt x="0" y="389193"/>
                  <a:pt x="0" y="291815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-65" charset="0"/>
            </a:endParaRPr>
          </a:p>
        </p:txBody>
      </p:sp>
      <p:sp>
        <p:nvSpPr>
          <p:cNvPr id="18" name="Forme libre : forme 17">
            <a:extLst>
              <a:ext uri="{FF2B5EF4-FFF2-40B4-BE49-F238E27FC236}">
                <a16:creationId xmlns:a16="http://schemas.microsoft.com/office/drawing/2014/main" id="{0E02C6D9-130B-4883-88E6-2E3F55762A67}"/>
              </a:ext>
            </a:extLst>
          </p:cNvPr>
          <p:cNvSpPr/>
          <p:nvPr userDrawn="1"/>
        </p:nvSpPr>
        <p:spPr bwMode="auto">
          <a:xfrm>
            <a:off x="0" y="3670628"/>
            <a:ext cx="3276600" cy="3205279"/>
          </a:xfrm>
          <a:custGeom>
            <a:avLst/>
            <a:gdLst>
              <a:gd name="connsiteX0" fmla="*/ 0 w 1077934"/>
              <a:gd name="connsiteY0" fmla="*/ 0 h 1054471"/>
              <a:gd name="connsiteX1" fmla="*/ 887196 w 1077934"/>
              <a:gd name="connsiteY1" fmla="*/ 632851 h 1054471"/>
              <a:gd name="connsiteX2" fmla="*/ 1074223 w 1077934"/>
              <a:gd name="connsiteY2" fmla="*/ 996248 h 1054471"/>
              <a:gd name="connsiteX3" fmla="*/ 1077934 w 1077934"/>
              <a:gd name="connsiteY3" fmla="*/ 1054471 h 1054471"/>
              <a:gd name="connsiteX4" fmla="*/ 405804 w 1077934"/>
              <a:gd name="connsiteY4" fmla="*/ 1054471 h 1054471"/>
              <a:gd name="connsiteX5" fmla="*/ 0 w 1077934"/>
              <a:gd name="connsiteY5" fmla="*/ 765020 h 1054471"/>
              <a:gd name="connsiteX6" fmla="*/ 0 w 1077934"/>
              <a:gd name="connsiteY6" fmla="*/ 0 h 1054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77934" h="1054471">
                <a:moveTo>
                  <a:pt x="0" y="0"/>
                </a:moveTo>
                <a:lnTo>
                  <a:pt x="887196" y="632851"/>
                </a:lnTo>
                <a:cubicBezTo>
                  <a:pt x="979494" y="698636"/>
                  <a:pt x="1056431" y="852306"/>
                  <a:pt x="1074223" y="996248"/>
                </a:cubicBezTo>
                <a:lnTo>
                  <a:pt x="1077934" y="1054471"/>
                </a:lnTo>
                <a:lnTo>
                  <a:pt x="405804" y="1054471"/>
                </a:lnTo>
                <a:lnTo>
                  <a:pt x="0" y="76502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-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09523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8E36CA-3F1C-4B34-AF87-59F6C0B33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D715C02-205A-477C-8D8D-EAC2274A1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41BAB39-CCC4-4467-935D-610E8788F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FFFBF-564D-456A-B452-EBE34F3A5A04}" type="datetime1">
              <a:rPr lang="fr-FR" smtClean="0"/>
              <a:t>10/02/2026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E48016D-1D64-4E4D-B09A-306E7AA44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143B380-5520-4730-946C-85CA36F37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23075-3305-4E42-B89A-B50E7BAE30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52954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52C80B-8709-4777-B71B-B275B2AC0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75CD9B1-2C90-4A29-9B78-DE702F6F7C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EC2E8BE-AB1D-4EF9-BA43-F7BCCC0F6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BA2DA-74CF-42DA-A85D-C408A816F8CA}" type="datetime1">
              <a:rPr lang="fr-FR" smtClean="0"/>
              <a:t>10/02/2026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6FC032A-D692-4680-A680-D46BD6426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AAB74B2-64C6-4161-8887-68149B7FE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23075-3305-4E42-B89A-B50E7BAE30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91848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A5258F-FA7B-4C84-B6F4-6A7DD028F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72FDBBB-15AE-4ADB-879D-851F028F65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4B2CEFF-34B4-4764-BF27-33860C99EB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EDD53FB-9BEB-46E4-B93C-77B6165CD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39E0E-0D04-4BF2-A406-358932E94598}" type="datetime1">
              <a:rPr lang="fr-FR" smtClean="0"/>
              <a:t>10/02/2026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E55953E-C792-4ADE-B1A5-9C2D85F7D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AE73876-8454-43C8-B18B-BD2F47819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23075-3305-4E42-B89A-B50E7BAE30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51734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DF39F6-1C43-4703-B563-F1AC56826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0F04D99-F6CE-4D60-8832-BE8B9307FA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2F29332-90ED-40EA-8622-07D21000A6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8FFBB60-724D-48FF-BB8D-326DF07AE1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8147564-0734-4598-A6ED-1D5F1FEB69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B8052DA-E3E6-4E76-AB2D-ABAD7AF2C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12D7B-2359-44AA-B5AB-D97D24C583A3}" type="datetime1">
              <a:rPr lang="fr-FR" smtClean="0"/>
              <a:t>10/02/2026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7A402BF-5F56-47D8-8950-27F34DA8B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E8F5052-696F-4FFE-BDF6-CDAB61EB2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23075-3305-4E42-B89A-B50E7BAE30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09964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C50EDA-0BAB-4C6E-95A3-AE6127DE7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13FF676-B444-431E-9170-99500F234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06E41-EA45-4809-AA87-66F7E36CF03D}" type="datetime1">
              <a:rPr lang="fr-FR" smtClean="0"/>
              <a:t>10/02/2026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2692396-8791-4E69-A734-45C0BDE92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CF550DF-6A90-432D-9251-C58D265B0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23075-3305-4E42-B89A-B50E7BAE30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77080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77A6307-0208-4365-9C34-4B1291823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2859C-7C56-4026-A531-9D1EFEBA5584}" type="datetime1">
              <a:rPr lang="fr-FR" smtClean="0"/>
              <a:t>10/02/2026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9145965-EDD8-4C6A-95C5-775A664E9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C279804-5032-41E7-A902-0EE9D858B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23075-3305-4E42-B89A-B50E7BAE30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01226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360828-80E8-46A0-92E5-37C77082D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261E186-8368-40AB-BE5F-CD8A7CCAB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5918840-8991-44FE-9835-7F5A0800E6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943A0FF-E717-4A35-81B4-663C2A466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634EA-45DF-4A7E-98A1-7F205A8FB13B}" type="datetime1">
              <a:rPr lang="fr-FR" smtClean="0"/>
              <a:t>10/02/2026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B438191-F58E-487D-AD3F-F6719E018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A6AE227-864C-4850-B50E-A4BCA3474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23075-3305-4E42-B89A-B50E7BAE30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166441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26E797-91DC-496C-9FE3-AD04402B0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BC804BD-EB95-4872-83E4-8BBE15616E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9374585-BCF4-4B0B-BB67-05BF92CBDD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A0ABA94-DE39-45FB-98B6-F03136DC2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BBD82-2160-4C02-AB26-E50146E6DF56}" type="datetime1">
              <a:rPr lang="fr-FR" smtClean="0"/>
              <a:t>10/02/2026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669247D-0E53-4C2D-A5A7-4DC5320F1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7BFEEE3-1752-47B4-95C7-3E3218ECF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23075-3305-4E42-B89A-B50E7BAE30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696985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DCBAD5-C575-46F5-8673-7153C5259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E74E743-5D5C-44D8-B26D-D823B91ED9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2CBA800-86C9-4E40-8FB6-D3A99127F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C3238-D548-4073-9BBB-AAE97D95261F}" type="datetime1">
              <a:rPr lang="fr-FR" smtClean="0"/>
              <a:t>10/02/2026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1C455C2-072D-4D36-8F5E-EDD01F347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A3CAD8C-69F8-4064-A12E-A1F4F6A86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23075-3305-4E42-B89A-B50E7BAE30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0383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054A78E-1AFE-48B4-A9BC-49598BA9ED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585D67F-04A6-4180-9645-11083FF78C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26AB2AA-C795-4B97-9F3C-4A4BDE5EE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5FCDC-E2E2-45F2-9192-C74D25D9A202}" type="datetime1">
              <a:rPr lang="fr-FR" smtClean="0"/>
              <a:t>10/02/2026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2A731F0-366B-4333-A086-0BC712BC3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751F380-4C11-48C5-B0E9-AE1F98AA2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23075-3305-4E42-B89A-B50E7BAE30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5677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image" Target="../media/image2.svg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CA3D8F5-143F-4F3D-A50F-473614B6A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B51B923-233A-4700-A0AF-8DE493826E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8DC370A-205E-4824-9013-F1E548C6EE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28399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HK Grotesk Light" panose="00000400000000000000" pitchFamily="50" charset="0"/>
              </a:defRPr>
            </a:lvl1pPr>
          </a:lstStyle>
          <a:p>
            <a:fld id="{C9867F4C-A3F7-4940-9ADA-74782C6EFE2B}" type="datetime1">
              <a:rPr lang="fr-FR" smtClean="0"/>
              <a:t>10/02/2026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5BEF185-C04A-4E24-9E60-DD5065CD14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28399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HK Grotesk Light" panose="00000400000000000000" pitchFamily="50" charset="0"/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7451B5B-B95A-47C3-BE16-7845B152A3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28399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HK Grotesk Light" panose="00000400000000000000" pitchFamily="50" charset="0"/>
              </a:defRPr>
            </a:lvl1pPr>
          </a:lstStyle>
          <a:p>
            <a:fld id="{72DB78CA-AC4E-41C6-99C2-1A7CD2F706A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7" name="Forme libre : forme 6">
            <a:extLst>
              <a:ext uri="{FF2B5EF4-FFF2-40B4-BE49-F238E27FC236}">
                <a16:creationId xmlns:a16="http://schemas.microsoft.com/office/drawing/2014/main" id="{6DCD8043-EF03-4D66-8A39-D566C4015244}"/>
              </a:ext>
            </a:extLst>
          </p:cNvPr>
          <p:cNvSpPr/>
          <p:nvPr userDrawn="1"/>
        </p:nvSpPr>
        <p:spPr bwMode="auto">
          <a:xfrm>
            <a:off x="11150471" y="1"/>
            <a:ext cx="1041529" cy="932293"/>
          </a:xfrm>
          <a:custGeom>
            <a:avLst/>
            <a:gdLst>
              <a:gd name="connsiteX0" fmla="*/ 0 w 1041529"/>
              <a:gd name="connsiteY0" fmla="*/ 0 h 932293"/>
              <a:gd name="connsiteX1" fmla="*/ 1041529 w 1041529"/>
              <a:gd name="connsiteY1" fmla="*/ 0 h 932293"/>
              <a:gd name="connsiteX2" fmla="*/ 1041529 w 1041529"/>
              <a:gd name="connsiteY2" fmla="*/ 932293 h 932293"/>
              <a:gd name="connsiteX3" fmla="*/ 247215 w 1041529"/>
              <a:gd name="connsiteY3" fmla="*/ 365726 h 932293"/>
              <a:gd name="connsiteX4" fmla="*/ 28924 w 1041529"/>
              <a:gd name="connsiteY4" fmla="*/ 73526 h 932293"/>
              <a:gd name="connsiteX5" fmla="*/ 0 w 1041529"/>
              <a:gd name="connsiteY5" fmla="*/ 0 h 932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1529" h="932293">
                <a:moveTo>
                  <a:pt x="0" y="0"/>
                </a:moveTo>
                <a:lnTo>
                  <a:pt x="1041529" y="0"/>
                </a:lnTo>
                <a:lnTo>
                  <a:pt x="1041529" y="932293"/>
                </a:lnTo>
                <a:lnTo>
                  <a:pt x="247215" y="365726"/>
                </a:lnTo>
                <a:cubicBezTo>
                  <a:pt x="161998" y="304928"/>
                  <a:pt x="84809" y="197715"/>
                  <a:pt x="28924" y="73526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-65" charset="0"/>
            </a:endParaRPr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69BD0AF9-905F-4154-9823-13A6511CA833}"/>
              </a:ext>
            </a:extLst>
          </p:cNvPr>
          <p:cNvSpPr/>
          <p:nvPr userDrawn="1"/>
        </p:nvSpPr>
        <p:spPr bwMode="auto">
          <a:xfrm>
            <a:off x="11707042" y="692685"/>
            <a:ext cx="484956" cy="886957"/>
          </a:xfrm>
          <a:custGeom>
            <a:avLst/>
            <a:gdLst>
              <a:gd name="connsiteX0" fmla="*/ 0 w 484956"/>
              <a:gd name="connsiteY0" fmla="*/ 0 h 886957"/>
              <a:gd name="connsiteX1" fmla="*/ 484956 w 484956"/>
              <a:gd name="connsiteY1" fmla="*/ 345927 h 886957"/>
              <a:gd name="connsiteX2" fmla="*/ 484956 w 484956"/>
              <a:gd name="connsiteY2" fmla="*/ 886957 h 886957"/>
              <a:gd name="connsiteX3" fmla="*/ 135000 w 484956"/>
              <a:gd name="connsiteY3" fmla="*/ 637341 h 886957"/>
              <a:gd name="connsiteX4" fmla="*/ 0 w 484956"/>
              <a:gd name="connsiteY4" fmla="*/ 337282 h 886957"/>
              <a:gd name="connsiteX5" fmla="*/ 0 w 484956"/>
              <a:gd name="connsiteY5" fmla="*/ 0 h 8869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84956" h="886957">
                <a:moveTo>
                  <a:pt x="0" y="0"/>
                </a:moveTo>
                <a:lnTo>
                  <a:pt x="484956" y="345927"/>
                </a:lnTo>
                <a:lnTo>
                  <a:pt x="484956" y="886957"/>
                </a:lnTo>
                <a:lnTo>
                  <a:pt x="135000" y="637341"/>
                </a:lnTo>
                <a:cubicBezTo>
                  <a:pt x="60480" y="584174"/>
                  <a:pt x="0" y="449832"/>
                  <a:pt x="0" y="337282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-65" charset="0"/>
            </a:endParaRPr>
          </a:p>
        </p:txBody>
      </p:sp>
      <p:sp>
        <p:nvSpPr>
          <p:cNvPr id="9" name="Forme libre : forme 8">
            <a:extLst>
              <a:ext uri="{FF2B5EF4-FFF2-40B4-BE49-F238E27FC236}">
                <a16:creationId xmlns:a16="http://schemas.microsoft.com/office/drawing/2014/main" id="{9F7B73A8-118F-4474-BDD7-B9A13E3BF96E}"/>
              </a:ext>
            </a:extLst>
          </p:cNvPr>
          <p:cNvSpPr/>
          <p:nvPr userDrawn="1"/>
        </p:nvSpPr>
        <p:spPr bwMode="auto">
          <a:xfrm>
            <a:off x="11881016" y="1744752"/>
            <a:ext cx="310983" cy="1459242"/>
          </a:xfrm>
          <a:custGeom>
            <a:avLst/>
            <a:gdLst>
              <a:gd name="connsiteX0" fmla="*/ 0 w 310983"/>
              <a:gd name="connsiteY0" fmla="*/ 0 h 1459242"/>
              <a:gd name="connsiteX1" fmla="*/ 310983 w 310983"/>
              <a:gd name="connsiteY1" fmla="*/ 221829 h 1459242"/>
              <a:gd name="connsiteX2" fmla="*/ 310983 w 310983"/>
              <a:gd name="connsiteY2" fmla="*/ 1459242 h 1459242"/>
              <a:gd name="connsiteX3" fmla="*/ 308757 w 310983"/>
              <a:gd name="connsiteY3" fmla="*/ 1457654 h 1459242"/>
              <a:gd name="connsiteX4" fmla="*/ 0 w 310983"/>
              <a:gd name="connsiteY4" fmla="*/ 771394 h 1459242"/>
              <a:gd name="connsiteX5" fmla="*/ 0 w 310983"/>
              <a:gd name="connsiteY5" fmla="*/ 0 h 1459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0983" h="1459242">
                <a:moveTo>
                  <a:pt x="0" y="0"/>
                </a:moveTo>
                <a:lnTo>
                  <a:pt x="310983" y="221829"/>
                </a:lnTo>
                <a:lnTo>
                  <a:pt x="310983" y="1459242"/>
                </a:lnTo>
                <a:lnTo>
                  <a:pt x="308757" y="1457654"/>
                </a:lnTo>
                <a:cubicBezTo>
                  <a:pt x="138323" y="1336057"/>
                  <a:pt x="0" y="1028804"/>
                  <a:pt x="0" y="771394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-65" charset="0"/>
            </a:endParaRPr>
          </a:p>
        </p:txBody>
      </p:sp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FDB4023F-E201-4BF0-861A-3F4D519A116F}"/>
              </a:ext>
            </a:extLst>
          </p:cNvPr>
          <p:cNvSpPr/>
          <p:nvPr userDrawn="1"/>
        </p:nvSpPr>
        <p:spPr bwMode="auto">
          <a:xfrm>
            <a:off x="1" y="3861048"/>
            <a:ext cx="211823" cy="613372"/>
          </a:xfrm>
          <a:custGeom>
            <a:avLst/>
            <a:gdLst>
              <a:gd name="connsiteX0" fmla="*/ 0 w 151451"/>
              <a:gd name="connsiteY0" fmla="*/ 0 h 438554"/>
              <a:gd name="connsiteX1" fmla="*/ 68969 w 151451"/>
              <a:gd name="connsiteY1" fmla="*/ 49197 h 438554"/>
              <a:gd name="connsiteX2" fmla="*/ 151451 w 151451"/>
              <a:gd name="connsiteY2" fmla="*/ 232482 h 438554"/>
              <a:gd name="connsiteX3" fmla="*/ 151451 w 151451"/>
              <a:gd name="connsiteY3" fmla="*/ 438554 h 438554"/>
              <a:gd name="connsiteX4" fmla="*/ 0 w 151451"/>
              <a:gd name="connsiteY4" fmla="*/ 330528 h 438554"/>
              <a:gd name="connsiteX5" fmla="*/ 0 w 151451"/>
              <a:gd name="connsiteY5" fmla="*/ 0 h 4385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1451" h="438554">
                <a:moveTo>
                  <a:pt x="0" y="0"/>
                </a:moveTo>
                <a:lnTo>
                  <a:pt x="68969" y="49197"/>
                </a:lnTo>
                <a:cubicBezTo>
                  <a:pt x="114544" y="81681"/>
                  <a:pt x="151451" y="163761"/>
                  <a:pt x="151451" y="232482"/>
                </a:cubicBezTo>
                <a:lnTo>
                  <a:pt x="151451" y="438554"/>
                </a:lnTo>
                <a:lnTo>
                  <a:pt x="0" y="330528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-65" charset="0"/>
            </a:endParaRPr>
          </a:p>
        </p:txBody>
      </p:sp>
      <p:sp>
        <p:nvSpPr>
          <p:cNvPr id="11" name="Forme libre : forme 10">
            <a:extLst>
              <a:ext uri="{FF2B5EF4-FFF2-40B4-BE49-F238E27FC236}">
                <a16:creationId xmlns:a16="http://schemas.microsoft.com/office/drawing/2014/main" id="{E843F845-CB3F-4714-9FC5-5FD03CCAE84F}"/>
              </a:ext>
            </a:extLst>
          </p:cNvPr>
          <p:cNvSpPr/>
          <p:nvPr userDrawn="1"/>
        </p:nvSpPr>
        <p:spPr bwMode="auto">
          <a:xfrm>
            <a:off x="0" y="4406828"/>
            <a:ext cx="211824" cy="1362669"/>
          </a:xfrm>
          <a:custGeom>
            <a:avLst/>
            <a:gdLst>
              <a:gd name="connsiteX0" fmla="*/ 0 w 211824"/>
              <a:gd name="connsiteY0" fmla="*/ 0 h 1362669"/>
              <a:gd name="connsiteX1" fmla="*/ 23283 w 211824"/>
              <a:gd name="connsiteY1" fmla="*/ 27507 h 1362669"/>
              <a:gd name="connsiteX2" fmla="*/ 211824 w 211824"/>
              <a:gd name="connsiteY2" fmla="*/ 591275 h 1362669"/>
              <a:gd name="connsiteX3" fmla="*/ 211824 w 211824"/>
              <a:gd name="connsiteY3" fmla="*/ 1362669 h 1362669"/>
              <a:gd name="connsiteX4" fmla="*/ 0 w 211824"/>
              <a:gd name="connsiteY4" fmla="*/ 1211580 h 1362669"/>
              <a:gd name="connsiteX5" fmla="*/ 0 w 211824"/>
              <a:gd name="connsiteY5" fmla="*/ 0 h 1362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1824" h="1362669">
                <a:moveTo>
                  <a:pt x="0" y="0"/>
                </a:moveTo>
                <a:lnTo>
                  <a:pt x="23283" y="27507"/>
                </a:lnTo>
                <a:cubicBezTo>
                  <a:pt x="134112" y="177279"/>
                  <a:pt x="211824" y="398342"/>
                  <a:pt x="211824" y="591275"/>
                </a:cubicBezTo>
                <a:lnTo>
                  <a:pt x="211824" y="1362669"/>
                </a:lnTo>
                <a:lnTo>
                  <a:pt x="0" y="121158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-65" charset="0"/>
            </a:endParaRPr>
          </a:p>
        </p:txBody>
      </p:sp>
      <p:sp>
        <p:nvSpPr>
          <p:cNvPr id="12" name="Forme libre : forme 11">
            <a:extLst>
              <a:ext uri="{FF2B5EF4-FFF2-40B4-BE49-F238E27FC236}">
                <a16:creationId xmlns:a16="http://schemas.microsoft.com/office/drawing/2014/main" id="{C32579C1-A5D9-40B6-A937-AE98E90CB0D3}"/>
              </a:ext>
            </a:extLst>
          </p:cNvPr>
          <p:cNvSpPr/>
          <p:nvPr userDrawn="1"/>
        </p:nvSpPr>
        <p:spPr bwMode="auto">
          <a:xfrm>
            <a:off x="0" y="5803529"/>
            <a:ext cx="1077934" cy="1054471"/>
          </a:xfrm>
          <a:custGeom>
            <a:avLst/>
            <a:gdLst>
              <a:gd name="connsiteX0" fmla="*/ 0 w 1077934"/>
              <a:gd name="connsiteY0" fmla="*/ 0 h 1054471"/>
              <a:gd name="connsiteX1" fmla="*/ 887196 w 1077934"/>
              <a:gd name="connsiteY1" fmla="*/ 632851 h 1054471"/>
              <a:gd name="connsiteX2" fmla="*/ 1074223 w 1077934"/>
              <a:gd name="connsiteY2" fmla="*/ 996248 h 1054471"/>
              <a:gd name="connsiteX3" fmla="*/ 1077934 w 1077934"/>
              <a:gd name="connsiteY3" fmla="*/ 1054471 h 1054471"/>
              <a:gd name="connsiteX4" fmla="*/ 405804 w 1077934"/>
              <a:gd name="connsiteY4" fmla="*/ 1054471 h 1054471"/>
              <a:gd name="connsiteX5" fmla="*/ 0 w 1077934"/>
              <a:gd name="connsiteY5" fmla="*/ 765020 h 1054471"/>
              <a:gd name="connsiteX6" fmla="*/ 0 w 1077934"/>
              <a:gd name="connsiteY6" fmla="*/ 0 h 1054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77934" h="1054471">
                <a:moveTo>
                  <a:pt x="0" y="0"/>
                </a:moveTo>
                <a:lnTo>
                  <a:pt x="887196" y="632851"/>
                </a:lnTo>
                <a:cubicBezTo>
                  <a:pt x="979494" y="698636"/>
                  <a:pt x="1056431" y="852306"/>
                  <a:pt x="1074223" y="996248"/>
                </a:cubicBezTo>
                <a:lnTo>
                  <a:pt x="1077934" y="1054471"/>
                </a:lnTo>
                <a:lnTo>
                  <a:pt x="405804" y="1054471"/>
                </a:lnTo>
                <a:lnTo>
                  <a:pt x="0" y="7650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-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1711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23" r:id="rId2"/>
    <p:sldLayoutId id="2147483709" r:id="rId3"/>
    <p:sldLayoutId id="2147483685" r:id="rId4"/>
    <p:sldLayoutId id="2147483707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1384D07-8BD4-40BA-A327-FB6D22140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CE77E5C-CCC3-4D5C-8C0D-3944898D6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2F3FB73-45C7-4E56-9265-5087029622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18EA7C-162B-43DD-8379-EBC7E2B23F92}" type="datetime1">
              <a:rPr lang="fr-FR" smtClean="0"/>
              <a:t>10/02/2026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41DCA5C-35C5-4177-896D-04FABA637B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6B0CDEB-F9B6-48A6-85B6-87402DD7AA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F23075-3305-4E42-B89A-B50E7BAE3065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Forme libre : forme 6">
            <a:extLst>
              <a:ext uri="{FF2B5EF4-FFF2-40B4-BE49-F238E27FC236}">
                <a16:creationId xmlns:a16="http://schemas.microsoft.com/office/drawing/2014/main" id="{9A765D44-AA96-4189-965E-6232A05407B0}"/>
              </a:ext>
            </a:extLst>
          </p:cNvPr>
          <p:cNvSpPr/>
          <p:nvPr userDrawn="1"/>
        </p:nvSpPr>
        <p:spPr bwMode="auto">
          <a:xfrm>
            <a:off x="11150471" y="1"/>
            <a:ext cx="1041529" cy="932293"/>
          </a:xfrm>
          <a:custGeom>
            <a:avLst/>
            <a:gdLst>
              <a:gd name="connsiteX0" fmla="*/ 0 w 1041529"/>
              <a:gd name="connsiteY0" fmla="*/ 0 h 932293"/>
              <a:gd name="connsiteX1" fmla="*/ 1041529 w 1041529"/>
              <a:gd name="connsiteY1" fmla="*/ 0 h 932293"/>
              <a:gd name="connsiteX2" fmla="*/ 1041529 w 1041529"/>
              <a:gd name="connsiteY2" fmla="*/ 932293 h 932293"/>
              <a:gd name="connsiteX3" fmla="*/ 247215 w 1041529"/>
              <a:gd name="connsiteY3" fmla="*/ 365726 h 932293"/>
              <a:gd name="connsiteX4" fmla="*/ 28924 w 1041529"/>
              <a:gd name="connsiteY4" fmla="*/ 73526 h 932293"/>
              <a:gd name="connsiteX5" fmla="*/ 0 w 1041529"/>
              <a:gd name="connsiteY5" fmla="*/ 0 h 932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1529" h="932293">
                <a:moveTo>
                  <a:pt x="0" y="0"/>
                </a:moveTo>
                <a:lnTo>
                  <a:pt x="1041529" y="0"/>
                </a:lnTo>
                <a:lnTo>
                  <a:pt x="1041529" y="932293"/>
                </a:lnTo>
                <a:lnTo>
                  <a:pt x="247215" y="365726"/>
                </a:lnTo>
                <a:cubicBezTo>
                  <a:pt x="161998" y="304928"/>
                  <a:pt x="84809" y="197715"/>
                  <a:pt x="28924" y="73526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-65" charset="0"/>
            </a:endParaRPr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543B4B94-A3CF-468C-874C-6CAD94896FAE}"/>
              </a:ext>
            </a:extLst>
          </p:cNvPr>
          <p:cNvSpPr/>
          <p:nvPr userDrawn="1"/>
        </p:nvSpPr>
        <p:spPr bwMode="auto">
          <a:xfrm>
            <a:off x="11707042" y="692685"/>
            <a:ext cx="484956" cy="886957"/>
          </a:xfrm>
          <a:custGeom>
            <a:avLst/>
            <a:gdLst>
              <a:gd name="connsiteX0" fmla="*/ 0 w 484956"/>
              <a:gd name="connsiteY0" fmla="*/ 0 h 886957"/>
              <a:gd name="connsiteX1" fmla="*/ 484956 w 484956"/>
              <a:gd name="connsiteY1" fmla="*/ 345927 h 886957"/>
              <a:gd name="connsiteX2" fmla="*/ 484956 w 484956"/>
              <a:gd name="connsiteY2" fmla="*/ 886957 h 886957"/>
              <a:gd name="connsiteX3" fmla="*/ 135000 w 484956"/>
              <a:gd name="connsiteY3" fmla="*/ 637341 h 886957"/>
              <a:gd name="connsiteX4" fmla="*/ 0 w 484956"/>
              <a:gd name="connsiteY4" fmla="*/ 337282 h 886957"/>
              <a:gd name="connsiteX5" fmla="*/ 0 w 484956"/>
              <a:gd name="connsiteY5" fmla="*/ 0 h 8869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84956" h="886957">
                <a:moveTo>
                  <a:pt x="0" y="0"/>
                </a:moveTo>
                <a:lnTo>
                  <a:pt x="484956" y="345927"/>
                </a:lnTo>
                <a:lnTo>
                  <a:pt x="484956" y="886957"/>
                </a:lnTo>
                <a:lnTo>
                  <a:pt x="135000" y="637341"/>
                </a:lnTo>
                <a:cubicBezTo>
                  <a:pt x="60480" y="584174"/>
                  <a:pt x="0" y="449832"/>
                  <a:pt x="0" y="337282"/>
                </a:cubicBezTo>
                <a:lnTo>
                  <a:pt x="0" y="0"/>
                </a:lnTo>
                <a:close/>
              </a:path>
            </a:pathLst>
          </a:custGeom>
          <a:solidFill>
            <a:srgbClr val="00579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-65" charset="0"/>
            </a:endParaRPr>
          </a:p>
        </p:txBody>
      </p:sp>
      <p:sp>
        <p:nvSpPr>
          <p:cNvPr id="9" name="Forme libre : forme 8">
            <a:extLst>
              <a:ext uri="{FF2B5EF4-FFF2-40B4-BE49-F238E27FC236}">
                <a16:creationId xmlns:a16="http://schemas.microsoft.com/office/drawing/2014/main" id="{C2B2850D-E84C-4067-AE45-C6A79DFF3C69}"/>
              </a:ext>
            </a:extLst>
          </p:cNvPr>
          <p:cNvSpPr/>
          <p:nvPr userDrawn="1"/>
        </p:nvSpPr>
        <p:spPr bwMode="auto">
          <a:xfrm>
            <a:off x="11881016" y="1744752"/>
            <a:ext cx="310983" cy="1459242"/>
          </a:xfrm>
          <a:custGeom>
            <a:avLst/>
            <a:gdLst>
              <a:gd name="connsiteX0" fmla="*/ 0 w 310983"/>
              <a:gd name="connsiteY0" fmla="*/ 0 h 1459242"/>
              <a:gd name="connsiteX1" fmla="*/ 310983 w 310983"/>
              <a:gd name="connsiteY1" fmla="*/ 221829 h 1459242"/>
              <a:gd name="connsiteX2" fmla="*/ 310983 w 310983"/>
              <a:gd name="connsiteY2" fmla="*/ 1459242 h 1459242"/>
              <a:gd name="connsiteX3" fmla="*/ 308757 w 310983"/>
              <a:gd name="connsiteY3" fmla="*/ 1457654 h 1459242"/>
              <a:gd name="connsiteX4" fmla="*/ 0 w 310983"/>
              <a:gd name="connsiteY4" fmla="*/ 771394 h 1459242"/>
              <a:gd name="connsiteX5" fmla="*/ 0 w 310983"/>
              <a:gd name="connsiteY5" fmla="*/ 0 h 1459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0983" h="1459242">
                <a:moveTo>
                  <a:pt x="0" y="0"/>
                </a:moveTo>
                <a:lnTo>
                  <a:pt x="310983" y="221829"/>
                </a:lnTo>
                <a:lnTo>
                  <a:pt x="310983" y="1459242"/>
                </a:lnTo>
                <a:lnTo>
                  <a:pt x="308757" y="1457654"/>
                </a:lnTo>
                <a:cubicBezTo>
                  <a:pt x="138323" y="1336057"/>
                  <a:pt x="0" y="1028804"/>
                  <a:pt x="0" y="771394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-65" charset="0"/>
            </a:endParaRPr>
          </a:p>
        </p:txBody>
      </p:sp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550E891F-4AA1-4BD2-B5C0-021E58127261}"/>
              </a:ext>
            </a:extLst>
          </p:cNvPr>
          <p:cNvSpPr/>
          <p:nvPr userDrawn="1"/>
        </p:nvSpPr>
        <p:spPr bwMode="auto">
          <a:xfrm>
            <a:off x="1" y="3861048"/>
            <a:ext cx="211823" cy="613372"/>
          </a:xfrm>
          <a:custGeom>
            <a:avLst/>
            <a:gdLst>
              <a:gd name="connsiteX0" fmla="*/ 0 w 151451"/>
              <a:gd name="connsiteY0" fmla="*/ 0 h 438554"/>
              <a:gd name="connsiteX1" fmla="*/ 68969 w 151451"/>
              <a:gd name="connsiteY1" fmla="*/ 49197 h 438554"/>
              <a:gd name="connsiteX2" fmla="*/ 151451 w 151451"/>
              <a:gd name="connsiteY2" fmla="*/ 232482 h 438554"/>
              <a:gd name="connsiteX3" fmla="*/ 151451 w 151451"/>
              <a:gd name="connsiteY3" fmla="*/ 438554 h 438554"/>
              <a:gd name="connsiteX4" fmla="*/ 0 w 151451"/>
              <a:gd name="connsiteY4" fmla="*/ 330528 h 438554"/>
              <a:gd name="connsiteX5" fmla="*/ 0 w 151451"/>
              <a:gd name="connsiteY5" fmla="*/ 0 h 4385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1451" h="438554">
                <a:moveTo>
                  <a:pt x="0" y="0"/>
                </a:moveTo>
                <a:lnTo>
                  <a:pt x="68969" y="49197"/>
                </a:lnTo>
                <a:cubicBezTo>
                  <a:pt x="114544" y="81681"/>
                  <a:pt x="151451" y="163761"/>
                  <a:pt x="151451" y="232482"/>
                </a:cubicBezTo>
                <a:lnTo>
                  <a:pt x="151451" y="438554"/>
                </a:lnTo>
                <a:lnTo>
                  <a:pt x="0" y="330528"/>
                </a:lnTo>
                <a:lnTo>
                  <a:pt x="0" y="0"/>
                </a:lnTo>
                <a:close/>
              </a:path>
            </a:pathLst>
          </a:custGeom>
          <a:solidFill>
            <a:srgbClr val="00579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-65" charset="0"/>
            </a:endParaRPr>
          </a:p>
        </p:txBody>
      </p:sp>
      <p:sp>
        <p:nvSpPr>
          <p:cNvPr id="11" name="Forme libre : forme 10">
            <a:extLst>
              <a:ext uri="{FF2B5EF4-FFF2-40B4-BE49-F238E27FC236}">
                <a16:creationId xmlns:a16="http://schemas.microsoft.com/office/drawing/2014/main" id="{6B700DDD-2C37-41A0-A71A-321E4B9E0ED8}"/>
              </a:ext>
            </a:extLst>
          </p:cNvPr>
          <p:cNvSpPr/>
          <p:nvPr userDrawn="1"/>
        </p:nvSpPr>
        <p:spPr bwMode="auto">
          <a:xfrm>
            <a:off x="0" y="4406828"/>
            <a:ext cx="211824" cy="1362669"/>
          </a:xfrm>
          <a:custGeom>
            <a:avLst/>
            <a:gdLst>
              <a:gd name="connsiteX0" fmla="*/ 0 w 211824"/>
              <a:gd name="connsiteY0" fmla="*/ 0 h 1362669"/>
              <a:gd name="connsiteX1" fmla="*/ 23283 w 211824"/>
              <a:gd name="connsiteY1" fmla="*/ 27507 h 1362669"/>
              <a:gd name="connsiteX2" fmla="*/ 211824 w 211824"/>
              <a:gd name="connsiteY2" fmla="*/ 591275 h 1362669"/>
              <a:gd name="connsiteX3" fmla="*/ 211824 w 211824"/>
              <a:gd name="connsiteY3" fmla="*/ 1362669 h 1362669"/>
              <a:gd name="connsiteX4" fmla="*/ 0 w 211824"/>
              <a:gd name="connsiteY4" fmla="*/ 1211580 h 1362669"/>
              <a:gd name="connsiteX5" fmla="*/ 0 w 211824"/>
              <a:gd name="connsiteY5" fmla="*/ 0 h 1362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1824" h="1362669">
                <a:moveTo>
                  <a:pt x="0" y="0"/>
                </a:moveTo>
                <a:lnTo>
                  <a:pt x="23283" y="27507"/>
                </a:lnTo>
                <a:cubicBezTo>
                  <a:pt x="134112" y="177279"/>
                  <a:pt x="211824" y="398342"/>
                  <a:pt x="211824" y="591275"/>
                </a:cubicBezTo>
                <a:lnTo>
                  <a:pt x="211824" y="1362669"/>
                </a:lnTo>
                <a:lnTo>
                  <a:pt x="0" y="121158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-65" charset="0"/>
            </a:endParaRPr>
          </a:p>
        </p:txBody>
      </p:sp>
      <p:sp>
        <p:nvSpPr>
          <p:cNvPr id="12" name="Forme libre : forme 11">
            <a:extLst>
              <a:ext uri="{FF2B5EF4-FFF2-40B4-BE49-F238E27FC236}">
                <a16:creationId xmlns:a16="http://schemas.microsoft.com/office/drawing/2014/main" id="{BF681650-70A5-43C6-B7C9-FB341BAC40D8}"/>
              </a:ext>
            </a:extLst>
          </p:cNvPr>
          <p:cNvSpPr/>
          <p:nvPr userDrawn="1"/>
        </p:nvSpPr>
        <p:spPr bwMode="auto">
          <a:xfrm>
            <a:off x="-4050" y="5845439"/>
            <a:ext cx="996019" cy="1012561"/>
          </a:xfrm>
          <a:custGeom>
            <a:avLst/>
            <a:gdLst>
              <a:gd name="connsiteX0" fmla="*/ 0 w 1077934"/>
              <a:gd name="connsiteY0" fmla="*/ 0 h 1054471"/>
              <a:gd name="connsiteX1" fmla="*/ 887196 w 1077934"/>
              <a:gd name="connsiteY1" fmla="*/ 632851 h 1054471"/>
              <a:gd name="connsiteX2" fmla="*/ 1074223 w 1077934"/>
              <a:gd name="connsiteY2" fmla="*/ 996248 h 1054471"/>
              <a:gd name="connsiteX3" fmla="*/ 1077934 w 1077934"/>
              <a:gd name="connsiteY3" fmla="*/ 1054471 h 1054471"/>
              <a:gd name="connsiteX4" fmla="*/ 405804 w 1077934"/>
              <a:gd name="connsiteY4" fmla="*/ 1054471 h 1054471"/>
              <a:gd name="connsiteX5" fmla="*/ 0 w 1077934"/>
              <a:gd name="connsiteY5" fmla="*/ 765020 h 1054471"/>
              <a:gd name="connsiteX6" fmla="*/ 0 w 1077934"/>
              <a:gd name="connsiteY6" fmla="*/ 0 h 1054471"/>
              <a:gd name="connsiteX0" fmla="*/ 0 w 1077934"/>
              <a:gd name="connsiteY0" fmla="*/ 0 h 1054471"/>
              <a:gd name="connsiteX1" fmla="*/ 887196 w 1077934"/>
              <a:gd name="connsiteY1" fmla="*/ 632851 h 1054471"/>
              <a:gd name="connsiteX2" fmla="*/ 1074223 w 1077934"/>
              <a:gd name="connsiteY2" fmla="*/ 996248 h 1054471"/>
              <a:gd name="connsiteX3" fmla="*/ 1077934 w 1077934"/>
              <a:gd name="connsiteY3" fmla="*/ 1054471 h 1054471"/>
              <a:gd name="connsiteX4" fmla="*/ 405804 w 1077934"/>
              <a:gd name="connsiteY4" fmla="*/ 1054471 h 1054471"/>
              <a:gd name="connsiteX5" fmla="*/ 83820 w 1077934"/>
              <a:gd name="connsiteY5" fmla="*/ 829790 h 1054471"/>
              <a:gd name="connsiteX6" fmla="*/ 0 w 1077934"/>
              <a:gd name="connsiteY6" fmla="*/ 0 h 1054471"/>
              <a:gd name="connsiteX0" fmla="*/ 0 w 996019"/>
              <a:gd name="connsiteY0" fmla="*/ 0 h 1012561"/>
              <a:gd name="connsiteX1" fmla="*/ 805281 w 996019"/>
              <a:gd name="connsiteY1" fmla="*/ 590941 h 1012561"/>
              <a:gd name="connsiteX2" fmla="*/ 992308 w 996019"/>
              <a:gd name="connsiteY2" fmla="*/ 954338 h 1012561"/>
              <a:gd name="connsiteX3" fmla="*/ 996019 w 996019"/>
              <a:gd name="connsiteY3" fmla="*/ 1012561 h 1012561"/>
              <a:gd name="connsiteX4" fmla="*/ 323889 w 996019"/>
              <a:gd name="connsiteY4" fmla="*/ 1012561 h 1012561"/>
              <a:gd name="connsiteX5" fmla="*/ 1905 w 996019"/>
              <a:gd name="connsiteY5" fmla="*/ 787880 h 1012561"/>
              <a:gd name="connsiteX6" fmla="*/ 0 w 996019"/>
              <a:gd name="connsiteY6" fmla="*/ 0 h 1012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6019" h="1012561">
                <a:moveTo>
                  <a:pt x="0" y="0"/>
                </a:moveTo>
                <a:lnTo>
                  <a:pt x="805281" y="590941"/>
                </a:lnTo>
                <a:cubicBezTo>
                  <a:pt x="897579" y="656726"/>
                  <a:pt x="974516" y="810396"/>
                  <a:pt x="992308" y="954338"/>
                </a:cubicBezTo>
                <a:lnTo>
                  <a:pt x="996019" y="1012561"/>
                </a:lnTo>
                <a:lnTo>
                  <a:pt x="323889" y="1012561"/>
                </a:lnTo>
                <a:lnTo>
                  <a:pt x="1905" y="787880"/>
                </a:lnTo>
                <a:lnTo>
                  <a:pt x="0" y="0"/>
                </a:lnTo>
                <a:close/>
              </a:path>
            </a:pathLst>
          </a:custGeom>
          <a:solidFill>
            <a:srgbClr val="00579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-65" charset="0"/>
            </a:endParaRP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AD9FF170-414D-4601-90D9-33A7BC6AC9C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4181" y="6332834"/>
            <a:ext cx="425451" cy="425451"/>
          </a:xfrm>
          <a:prstGeom prst="rect">
            <a:avLst/>
          </a:prstGeom>
        </p:spPr>
      </p:pic>
      <p:pic>
        <p:nvPicPr>
          <p:cNvPr id="14" name="Graphique 13">
            <a:extLst>
              <a:ext uri="{FF2B5EF4-FFF2-40B4-BE49-F238E27FC236}">
                <a16:creationId xmlns:a16="http://schemas.microsoft.com/office/drawing/2014/main" id="{6139B5A8-0EDA-4ED6-BE6F-E91FED1196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rcRect l="54056" t="43970" b="21783"/>
          <a:stretch/>
        </p:blipFill>
        <p:spPr>
          <a:xfrm>
            <a:off x="9494255" y="6389513"/>
            <a:ext cx="927100" cy="312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347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5F812C-B4DA-4C08-B8B2-DE139488EC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FR" sz="4800" b="1" dirty="0"/>
              <a:t>Charte graphique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7241B24-E37D-4EDF-ADAA-00D2719F7B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Marcos Maldonado</a:t>
            </a:r>
          </a:p>
          <a:p>
            <a:r>
              <a:rPr lang="fr-FR" dirty="0"/>
              <a:t>PhD </a:t>
            </a:r>
            <a:r>
              <a:rPr lang="fr-FR" dirty="0" err="1"/>
              <a:t>Student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162936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859070BA-D9B7-4E46-99D7-5773A0AD5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CEB978D6-D855-4F9D-BF1B-64D11ED20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B78CA-AC4E-41C6-99C2-1A7CD2F706AE}" type="slidenum">
              <a:rPr lang="fr-FR" smtClean="0"/>
              <a:pPr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25665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4CE988-7F4E-4934-913F-A89AF3E41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Utilisation du logo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5AA4FEA-496E-4DD5-8D5E-50E9848F43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Image 7">
            <a:extLst>
              <a:ext uri="{FF2B5EF4-FFF2-40B4-BE49-F238E27FC236}">
                <a16:creationId xmlns:a16="http://schemas.microsoft.com/office/drawing/2014/main" id="{D5670EB2-319B-4378-9099-688CCB3A5D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64" t="4988" r="27132" b="21489"/>
          <a:stretch>
            <a:fillRect/>
          </a:stretch>
        </p:blipFill>
        <p:spPr>
          <a:xfrm>
            <a:off x="965769" y="1395393"/>
            <a:ext cx="7967216" cy="466024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5" name="ZoneTexte 6">
            <a:extLst>
              <a:ext uri="{FF2B5EF4-FFF2-40B4-BE49-F238E27FC236}">
                <a16:creationId xmlns:a16="http://schemas.microsoft.com/office/drawing/2014/main" id="{309FD5AB-FA60-4D23-84A9-91B3C6AD80DC}"/>
              </a:ext>
            </a:extLst>
          </p:cNvPr>
          <p:cNvSpPr txBox="1"/>
          <p:nvPr/>
        </p:nvSpPr>
        <p:spPr>
          <a:xfrm>
            <a:off x="1343567" y="1395393"/>
            <a:ext cx="179248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1200" cap="none" spc="0" baseline="0" dirty="0">
                <a:solidFill>
                  <a:srgbClr val="005798"/>
                </a:solidFill>
                <a:uFillTx/>
                <a:latin typeface="Barlow" pitchFamily="2"/>
              </a:rPr>
              <a:t>Version couleur</a:t>
            </a:r>
          </a:p>
        </p:txBody>
      </p:sp>
      <p:sp>
        <p:nvSpPr>
          <p:cNvPr id="6" name="ZoneTexte 7">
            <a:extLst>
              <a:ext uri="{FF2B5EF4-FFF2-40B4-BE49-F238E27FC236}">
                <a16:creationId xmlns:a16="http://schemas.microsoft.com/office/drawing/2014/main" id="{71B55243-B9B5-4C84-8082-D14FCDD6B7D5}"/>
              </a:ext>
            </a:extLst>
          </p:cNvPr>
          <p:cNvSpPr txBox="1"/>
          <p:nvPr/>
        </p:nvSpPr>
        <p:spPr>
          <a:xfrm>
            <a:off x="5715634" y="1414779"/>
            <a:ext cx="2962674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1200" cap="none" spc="0" baseline="0">
                <a:solidFill>
                  <a:srgbClr val="005798"/>
                </a:solidFill>
                <a:uFillTx/>
                <a:latin typeface="Barlow" pitchFamily="2"/>
              </a:rPr>
              <a:t>Version couleur alternative</a:t>
            </a:r>
          </a:p>
        </p:txBody>
      </p:sp>
      <p:sp>
        <p:nvSpPr>
          <p:cNvPr id="7" name="ZoneTexte 9">
            <a:extLst>
              <a:ext uri="{FF2B5EF4-FFF2-40B4-BE49-F238E27FC236}">
                <a16:creationId xmlns:a16="http://schemas.microsoft.com/office/drawing/2014/main" id="{6E4BE2BD-F460-4694-BF27-60BDA914E4B9}"/>
              </a:ext>
            </a:extLst>
          </p:cNvPr>
          <p:cNvSpPr txBox="1"/>
          <p:nvPr/>
        </p:nvSpPr>
        <p:spPr>
          <a:xfrm>
            <a:off x="1317544" y="4375734"/>
            <a:ext cx="1548819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1200" cap="none" spc="0" baseline="0">
                <a:solidFill>
                  <a:srgbClr val="005798"/>
                </a:solidFill>
                <a:uFillTx/>
                <a:latin typeface="Barlow" pitchFamily="2"/>
              </a:rPr>
              <a:t>Version noire</a:t>
            </a:r>
          </a:p>
        </p:txBody>
      </p:sp>
      <p:sp>
        <p:nvSpPr>
          <p:cNvPr id="8" name="ZoneTexte 10">
            <a:extLst>
              <a:ext uri="{FF2B5EF4-FFF2-40B4-BE49-F238E27FC236}">
                <a16:creationId xmlns:a16="http://schemas.microsoft.com/office/drawing/2014/main" id="{560380C9-B310-4793-AD44-6BBB9CC282BF}"/>
              </a:ext>
            </a:extLst>
          </p:cNvPr>
          <p:cNvSpPr txBox="1"/>
          <p:nvPr/>
        </p:nvSpPr>
        <p:spPr>
          <a:xfrm>
            <a:off x="5715634" y="4375734"/>
            <a:ext cx="1832549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1200" cap="none" spc="0" baseline="0">
                <a:solidFill>
                  <a:srgbClr val="005798"/>
                </a:solidFill>
                <a:uFillTx/>
                <a:latin typeface="Barlow" pitchFamily="2"/>
              </a:rPr>
              <a:t>Version blanche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6E98B6F-988B-4B9B-B560-C3DAE16B7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23075-3305-4E42-B89A-B50E7BAE3065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7355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B0D81A-8BBC-4611-9FA4-F2F7CE1E0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Utilisation de logo</a:t>
            </a:r>
            <a:br>
              <a:rPr lang="fr-FR" dirty="0"/>
            </a:br>
            <a:r>
              <a:rPr lang="fr-FR" dirty="0"/>
              <a:t>Miniatures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4653F37-154D-4988-9227-C8B01DB186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Image 4">
            <a:extLst>
              <a:ext uri="{FF2B5EF4-FFF2-40B4-BE49-F238E27FC236}">
                <a16:creationId xmlns:a16="http://schemas.microsoft.com/office/drawing/2014/main" id="{DFA107CC-D4C2-4A8A-9EAE-6B25E34A1A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00" t="9357" r="77105" b="58597"/>
          <a:stretch>
            <a:fillRect/>
          </a:stretch>
        </p:blipFill>
        <p:spPr>
          <a:xfrm>
            <a:off x="2125033" y="2820561"/>
            <a:ext cx="2181721" cy="2197769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Image 6">
            <a:extLst>
              <a:ext uri="{FF2B5EF4-FFF2-40B4-BE49-F238E27FC236}">
                <a16:creationId xmlns:a16="http://schemas.microsoft.com/office/drawing/2014/main" id="{DF96CE8C-0369-495F-A76C-065A5B0A5F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263" t="9123" r="38553" b="61638"/>
          <a:stretch>
            <a:fillRect/>
          </a:stretch>
        </p:blipFill>
        <p:spPr>
          <a:xfrm>
            <a:off x="7706485" y="2916820"/>
            <a:ext cx="1973174" cy="200526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85C1F52-9A4D-4457-B311-D2520C6EB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23075-3305-4E42-B89A-B50E7BAE3065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5885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4CE988-7F4E-4934-913F-A89AF3E41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Utilisation du logo</a:t>
            </a:r>
          </a:p>
        </p:txBody>
      </p:sp>
      <p:pic>
        <p:nvPicPr>
          <p:cNvPr id="9" name="Image 5">
            <a:extLst>
              <a:ext uri="{FF2B5EF4-FFF2-40B4-BE49-F238E27FC236}">
                <a16:creationId xmlns:a16="http://schemas.microsoft.com/office/drawing/2014/main" id="{3C1908B7-F04B-45F1-BC6A-101E79F75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624" y="1993970"/>
            <a:ext cx="3452828" cy="1491812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0" name="Image 6">
            <a:extLst>
              <a:ext uri="{FF2B5EF4-FFF2-40B4-BE49-F238E27FC236}">
                <a16:creationId xmlns:a16="http://schemas.microsoft.com/office/drawing/2014/main" id="{BA011141-AD94-45BA-B860-277DC5BF0C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257" b="19323"/>
          <a:stretch>
            <a:fillRect/>
          </a:stretch>
        </p:blipFill>
        <p:spPr>
          <a:xfrm>
            <a:off x="2687427" y="4178012"/>
            <a:ext cx="2031222" cy="1498232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3" name="Image 8">
            <a:extLst>
              <a:ext uri="{FF2B5EF4-FFF2-40B4-BE49-F238E27FC236}">
                <a16:creationId xmlns:a16="http://schemas.microsoft.com/office/drawing/2014/main" id="{BA4704C9-FA13-4B2E-BC22-B08573BA6D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1582" y="1822332"/>
            <a:ext cx="4004047" cy="2252276"/>
          </a:xfrm>
          <a:prstGeom prst="rect">
            <a:avLst/>
          </a:prstGeom>
          <a:noFill/>
          <a:ln cap="flat">
            <a:noFill/>
          </a:ln>
        </p:spPr>
      </p:pic>
      <p:cxnSp>
        <p:nvCxnSpPr>
          <p:cNvPr id="14" name="Connecteur droit 8">
            <a:extLst>
              <a:ext uri="{FF2B5EF4-FFF2-40B4-BE49-F238E27FC236}">
                <a16:creationId xmlns:a16="http://schemas.microsoft.com/office/drawing/2014/main" id="{473F92ED-A134-437F-B0F7-8A698BB24EC9}"/>
              </a:ext>
            </a:extLst>
          </p:cNvPr>
          <p:cNvCxnSpPr/>
          <p:nvPr/>
        </p:nvCxnSpPr>
        <p:spPr>
          <a:xfrm flipV="1">
            <a:off x="7572024" y="2109673"/>
            <a:ext cx="3146358" cy="1734965"/>
          </a:xfrm>
          <a:prstGeom prst="straightConnector1">
            <a:avLst/>
          </a:prstGeom>
          <a:noFill/>
          <a:ln w="76200" cap="flat">
            <a:solidFill>
              <a:srgbClr val="FF0000"/>
            </a:solidFill>
            <a:prstDash val="solid"/>
            <a:miter/>
          </a:ln>
        </p:spPr>
      </p:cxnSp>
      <p:sp>
        <p:nvSpPr>
          <p:cNvPr id="11" name="ZoneTexte 6">
            <a:extLst>
              <a:ext uri="{FF2B5EF4-FFF2-40B4-BE49-F238E27FC236}">
                <a16:creationId xmlns:a16="http://schemas.microsoft.com/office/drawing/2014/main" id="{7350A0E0-8AB6-4B17-8185-A2586D79C3BE}"/>
              </a:ext>
            </a:extLst>
          </p:cNvPr>
          <p:cNvSpPr txBox="1"/>
          <p:nvPr/>
        </p:nvSpPr>
        <p:spPr>
          <a:xfrm>
            <a:off x="1857895" y="1512829"/>
            <a:ext cx="3647152" cy="369332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b="1" dirty="0">
                <a:solidFill>
                  <a:srgbClr val="005798"/>
                </a:solidFill>
                <a:latin typeface="Barlow" pitchFamily="2"/>
              </a:rPr>
              <a:t>Respecter les proportions du logo</a:t>
            </a:r>
            <a:endParaRPr lang="fr-FR" sz="1800" b="1" i="0" u="none" strike="noStrike" kern="1200" cap="none" spc="0" baseline="0" dirty="0">
              <a:solidFill>
                <a:srgbClr val="005798"/>
              </a:solidFill>
              <a:uFillTx/>
              <a:latin typeface="Barlow" pitchFamily="2"/>
            </a:endParaRPr>
          </a:p>
        </p:txBody>
      </p:sp>
      <p:cxnSp>
        <p:nvCxnSpPr>
          <p:cNvPr id="15" name="Connecteur droit 9">
            <a:extLst>
              <a:ext uri="{FF2B5EF4-FFF2-40B4-BE49-F238E27FC236}">
                <a16:creationId xmlns:a16="http://schemas.microsoft.com/office/drawing/2014/main" id="{D0AD26BE-01B8-4278-B708-EC112A9621AF}"/>
              </a:ext>
            </a:extLst>
          </p:cNvPr>
          <p:cNvCxnSpPr>
            <a:cxnSpLocks/>
          </p:cNvCxnSpPr>
          <p:nvPr/>
        </p:nvCxnSpPr>
        <p:spPr>
          <a:xfrm flipV="1">
            <a:off x="2295589" y="2027501"/>
            <a:ext cx="3250727" cy="1503598"/>
          </a:xfrm>
          <a:prstGeom prst="straightConnector1">
            <a:avLst/>
          </a:prstGeom>
          <a:noFill/>
          <a:ln w="76200" cap="flat">
            <a:solidFill>
              <a:srgbClr val="FF0000"/>
            </a:solidFill>
            <a:prstDash val="solid"/>
            <a:miter/>
          </a:ln>
        </p:spPr>
      </p:cxnSp>
      <p:cxnSp>
        <p:nvCxnSpPr>
          <p:cNvPr id="16" name="Connecteur droit 9">
            <a:extLst>
              <a:ext uri="{FF2B5EF4-FFF2-40B4-BE49-F238E27FC236}">
                <a16:creationId xmlns:a16="http://schemas.microsoft.com/office/drawing/2014/main" id="{3A543E00-EA04-4688-8383-8A64CDAC3612}"/>
              </a:ext>
            </a:extLst>
          </p:cNvPr>
          <p:cNvCxnSpPr>
            <a:cxnSpLocks/>
          </p:cNvCxnSpPr>
          <p:nvPr/>
        </p:nvCxnSpPr>
        <p:spPr>
          <a:xfrm flipV="1">
            <a:off x="2254320" y="4291334"/>
            <a:ext cx="3250727" cy="1503598"/>
          </a:xfrm>
          <a:prstGeom prst="straightConnector1">
            <a:avLst/>
          </a:prstGeom>
          <a:noFill/>
          <a:ln w="76200" cap="flat">
            <a:solidFill>
              <a:srgbClr val="FF0000"/>
            </a:solidFill>
            <a:prstDash val="solid"/>
            <a:miter/>
          </a:ln>
        </p:spPr>
      </p:cxnSp>
      <p:sp>
        <p:nvSpPr>
          <p:cNvPr id="17" name="ZoneTexte 6">
            <a:extLst>
              <a:ext uri="{FF2B5EF4-FFF2-40B4-BE49-F238E27FC236}">
                <a16:creationId xmlns:a16="http://schemas.microsoft.com/office/drawing/2014/main" id="{F18D669B-F7B8-4C56-AF8B-EE8FCE5D56A0}"/>
              </a:ext>
            </a:extLst>
          </p:cNvPr>
          <p:cNvSpPr txBox="1"/>
          <p:nvPr/>
        </p:nvSpPr>
        <p:spPr>
          <a:xfrm>
            <a:off x="7201174" y="1512829"/>
            <a:ext cx="3094117" cy="369332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b="1" dirty="0">
                <a:solidFill>
                  <a:srgbClr val="005798"/>
                </a:solidFill>
                <a:latin typeface="Barlow" pitchFamily="2"/>
              </a:rPr>
              <a:t>Ne pas changer les couleurs </a:t>
            </a:r>
            <a:endParaRPr lang="fr-FR" sz="1800" b="1" i="0" u="none" strike="noStrike" kern="1200" cap="none" spc="0" baseline="0" dirty="0">
              <a:solidFill>
                <a:srgbClr val="005798"/>
              </a:solidFill>
              <a:uFillTx/>
              <a:latin typeface="Barlow" pitchFamily="2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A4F8CD6-3CC4-48E1-9669-09F096489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B78CA-AC4E-41C6-99C2-1A7CD2F706AE}" type="slidenum">
              <a:rPr lang="fr-FR" smtClean="0"/>
              <a:pPr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989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8B5A2634-271C-4F4D-98C2-472D7574F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couleurs </a:t>
            </a:r>
            <a:endParaRPr lang="en-GB" dirty="0"/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AB998B95-302F-495C-B0FE-376A2CAA6E38}"/>
              </a:ext>
            </a:extLst>
          </p:cNvPr>
          <p:cNvGrpSpPr/>
          <p:nvPr/>
        </p:nvGrpSpPr>
        <p:grpSpPr>
          <a:xfrm>
            <a:off x="6096000" y="2520460"/>
            <a:ext cx="3117063" cy="3016190"/>
            <a:chOff x="4119006" y="2558133"/>
            <a:chExt cx="1369167" cy="1959650"/>
          </a:xfrm>
        </p:grpSpPr>
        <p:sp>
          <p:nvSpPr>
            <p:cNvPr id="5" name="Rectangle 13">
              <a:extLst>
                <a:ext uri="{FF2B5EF4-FFF2-40B4-BE49-F238E27FC236}">
                  <a16:creationId xmlns:a16="http://schemas.microsoft.com/office/drawing/2014/main" id="{C85BB46F-20A0-4602-AD45-0DA3188F63C1}"/>
                </a:ext>
              </a:extLst>
            </p:cNvPr>
            <p:cNvSpPr/>
            <p:nvPr/>
          </p:nvSpPr>
          <p:spPr>
            <a:xfrm>
              <a:off x="4119006" y="2558133"/>
              <a:ext cx="1369167" cy="1959650"/>
            </a:xfrm>
            <a:prstGeom prst="rect">
              <a:avLst/>
            </a:prstGeom>
            <a:solidFill>
              <a:srgbClr val="FFFFFF"/>
            </a:solidFill>
            <a:ln w="12701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endParaRPr>
            </a:p>
          </p:txBody>
        </p:sp>
        <p:sp>
          <p:nvSpPr>
            <p:cNvPr id="8" name="Rectangle 6">
              <a:extLst>
                <a:ext uri="{FF2B5EF4-FFF2-40B4-BE49-F238E27FC236}">
                  <a16:creationId xmlns:a16="http://schemas.microsoft.com/office/drawing/2014/main" id="{7268FA21-3644-47AC-A879-3416BA655626}"/>
                </a:ext>
              </a:extLst>
            </p:cNvPr>
            <p:cNvSpPr/>
            <p:nvPr/>
          </p:nvSpPr>
          <p:spPr>
            <a:xfrm>
              <a:off x="4239130" y="2715519"/>
              <a:ext cx="1132941" cy="1184221"/>
            </a:xfrm>
            <a:prstGeom prst="rect">
              <a:avLst/>
            </a:prstGeom>
            <a:solidFill>
              <a:srgbClr val="009342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endParaRPr>
            </a:p>
          </p:txBody>
        </p:sp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913D477E-2BC9-4ABD-8630-B2E8EA37DF31}"/>
                </a:ext>
              </a:extLst>
            </p:cNvPr>
            <p:cNvSpPr txBox="1"/>
            <p:nvPr/>
          </p:nvSpPr>
          <p:spPr>
            <a:xfrm>
              <a:off x="4239130" y="3916803"/>
              <a:ext cx="1132941" cy="239959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1440" tIns="45720" rIns="91440" bIns="45720" anchor="t" anchorCtr="0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fr-FR" sz="1800" b="0" i="0" u="none" strike="noStrike" kern="1200" cap="none" spc="0" baseline="0" dirty="0">
                  <a:solidFill>
                    <a:srgbClr val="000000"/>
                  </a:solidFill>
                  <a:uFillTx/>
                  <a:latin typeface="Menlo"/>
                </a:rPr>
                <a:t>#</a:t>
              </a:r>
              <a:r>
                <a:rPr lang="fr-FR" dirty="0">
                  <a:solidFill>
                    <a:srgbClr val="000000"/>
                  </a:solidFill>
                  <a:latin typeface="Barlow" panose="00000500000000000000" pitchFamily="2" charset="0"/>
                </a:rPr>
                <a:t>009342</a:t>
              </a:r>
            </a:p>
          </p:txBody>
        </p:sp>
      </p:grp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966C4CDD-1818-43BF-869C-DB27367FD568}"/>
              </a:ext>
            </a:extLst>
          </p:cNvPr>
          <p:cNvGrpSpPr/>
          <p:nvPr/>
        </p:nvGrpSpPr>
        <p:grpSpPr>
          <a:xfrm>
            <a:off x="2314108" y="2558133"/>
            <a:ext cx="3117063" cy="3016190"/>
            <a:chOff x="2314108" y="2558133"/>
            <a:chExt cx="1369167" cy="1959650"/>
          </a:xfrm>
        </p:grpSpPr>
        <p:sp>
          <p:nvSpPr>
            <p:cNvPr id="6" name="Rectangle 12">
              <a:extLst>
                <a:ext uri="{FF2B5EF4-FFF2-40B4-BE49-F238E27FC236}">
                  <a16:creationId xmlns:a16="http://schemas.microsoft.com/office/drawing/2014/main" id="{100B6A2D-4A5F-480B-BA60-52B58CD4262C}"/>
                </a:ext>
              </a:extLst>
            </p:cNvPr>
            <p:cNvSpPr/>
            <p:nvPr/>
          </p:nvSpPr>
          <p:spPr>
            <a:xfrm>
              <a:off x="2314108" y="2558133"/>
              <a:ext cx="1369167" cy="1959650"/>
            </a:xfrm>
            <a:prstGeom prst="rect">
              <a:avLst/>
            </a:prstGeom>
            <a:solidFill>
              <a:srgbClr val="FFFFFF"/>
            </a:solidFill>
            <a:ln w="12701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endParaRPr>
            </a:p>
          </p:txBody>
        </p:sp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220150B1-713E-4DD9-8C04-DD595262A779}"/>
                </a:ext>
              </a:extLst>
            </p:cNvPr>
            <p:cNvSpPr/>
            <p:nvPr/>
          </p:nvSpPr>
          <p:spPr>
            <a:xfrm>
              <a:off x="2427850" y="2715519"/>
              <a:ext cx="1132941" cy="1184221"/>
            </a:xfrm>
            <a:prstGeom prst="rect">
              <a:avLst/>
            </a:prstGeom>
            <a:solidFill>
              <a:srgbClr val="005798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endParaRPr>
            </a:p>
          </p:txBody>
        </p:sp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81BF9D03-B0F6-4AF6-B8AB-37A972CADCFB}"/>
                </a:ext>
              </a:extLst>
            </p:cNvPr>
            <p:cNvSpPr txBox="1"/>
            <p:nvPr/>
          </p:nvSpPr>
          <p:spPr>
            <a:xfrm>
              <a:off x="2427850" y="3899750"/>
              <a:ext cx="1132941" cy="239959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1440" tIns="45720" rIns="91440" bIns="45720" anchor="t" anchorCtr="0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fr-FR" sz="1800" b="0" i="0" u="none" strike="noStrike" kern="1200" cap="none" spc="0" baseline="0" dirty="0">
                  <a:solidFill>
                    <a:srgbClr val="000000"/>
                  </a:solidFill>
                  <a:uFillTx/>
                  <a:latin typeface="Barlow" panose="00000500000000000000" pitchFamily="2" charset="0"/>
                </a:rPr>
                <a:t>#005798</a:t>
              </a:r>
            </a:p>
          </p:txBody>
        </p:sp>
      </p:grpSp>
      <p:sp>
        <p:nvSpPr>
          <p:cNvPr id="2" name="ZoneTexte 1">
            <a:extLst>
              <a:ext uri="{FF2B5EF4-FFF2-40B4-BE49-F238E27FC236}">
                <a16:creationId xmlns:a16="http://schemas.microsoft.com/office/drawing/2014/main" id="{D795C7FE-B20D-4F1A-B5DA-EE87B7411781}"/>
              </a:ext>
            </a:extLst>
          </p:cNvPr>
          <p:cNvSpPr txBox="1"/>
          <p:nvPr/>
        </p:nvSpPr>
        <p:spPr>
          <a:xfrm>
            <a:off x="3397541" y="5704514"/>
            <a:ext cx="13086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kern="0" dirty="0">
                <a:solidFill>
                  <a:srgbClr val="000000"/>
                </a:solidFill>
                <a:latin typeface="Barlow" panose="00000500000000000000" pitchFamily="2" charset="0"/>
              </a:rPr>
              <a:t>Light #005699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2F9D0BBB-A5CC-4064-8DB0-3FDF164CA0D6}"/>
              </a:ext>
            </a:extLst>
          </p:cNvPr>
          <p:cNvSpPr txBox="1"/>
          <p:nvPr/>
        </p:nvSpPr>
        <p:spPr>
          <a:xfrm>
            <a:off x="7000189" y="5720091"/>
            <a:ext cx="13086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kern="0" dirty="0">
                <a:solidFill>
                  <a:srgbClr val="000000"/>
                </a:solidFill>
                <a:latin typeface="Barlow" panose="00000500000000000000" pitchFamily="2" charset="0"/>
              </a:rPr>
              <a:t>Light #005699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95C8A42-C437-4FAE-AF58-69BEBE18B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B78CA-AC4E-41C6-99C2-1A7CD2F706AE}" type="slidenum">
              <a:rPr lang="fr-FR" smtClean="0"/>
              <a:pPr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009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BCF6F075-B6A5-483F-9E1D-2DACB3F20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Typographie</a:t>
            </a:r>
            <a:endParaRPr lang="en-GB" dirty="0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F4C1485A-DC6D-4C68-8F84-8BABD834C41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>
                <a:solidFill>
                  <a:srgbClr val="000000"/>
                </a:solidFill>
                <a:latin typeface="Barlow" pitchFamily="2"/>
              </a:rPr>
              <a:t>BARLOW</a:t>
            </a:r>
            <a:endParaRPr lang="fr-FR" sz="1600" dirty="0">
              <a:solidFill>
                <a:srgbClr val="000000"/>
              </a:solidFill>
              <a:latin typeface="Barlow" pitchFamily="2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dirty="0">
                <a:solidFill>
                  <a:srgbClr val="000000"/>
                </a:solidFill>
                <a:latin typeface="Barlow" pitchFamily="2"/>
              </a:rPr>
              <a:t>ABCDEFGHIJKLMNOPQRSTUVWXYZ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dirty="0" err="1">
                <a:solidFill>
                  <a:srgbClr val="000000"/>
                </a:solidFill>
                <a:latin typeface="Barlow" pitchFamily="2"/>
              </a:rPr>
              <a:t>abcdefghijklmnopqrstuvwxyz</a:t>
            </a:r>
            <a:endParaRPr lang="fr-FR" dirty="0">
              <a:solidFill>
                <a:srgbClr val="000000"/>
              </a:solidFill>
              <a:latin typeface="Barlow" pitchFamily="2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dirty="0">
                <a:solidFill>
                  <a:srgbClr val="000000"/>
                </a:solidFill>
                <a:latin typeface="Barlow" pitchFamily="2"/>
              </a:rPr>
              <a:t>0123456789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b="1" dirty="0">
                <a:solidFill>
                  <a:srgbClr val="000000"/>
                </a:solidFill>
                <a:latin typeface="Barlow" pitchFamily="2"/>
              </a:rPr>
              <a:t>ABCDEFGHIJKLMNOPQRSTUVWXYZ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b="1" dirty="0" err="1">
                <a:solidFill>
                  <a:srgbClr val="000000"/>
                </a:solidFill>
                <a:latin typeface="Barlow" pitchFamily="2"/>
              </a:rPr>
              <a:t>abcdefghijklmnopqrstuvwxyz</a:t>
            </a:r>
            <a:endParaRPr lang="fr-FR" b="1" dirty="0">
              <a:solidFill>
                <a:srgbClr val="000000"/>
              </a:solidFill>
              <a:latin typeface="Barlow" pitchFamily="2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b="1" dirty="0">
                <a:solidFill>
                  <a:srgbClr val="000000"/>
                </a:solidFill>
                <a:latin typeface="Barlow" pitchFamily="2"/>
              </a:rPr>
              <a:t>0123456789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b="1" i="1" dirty="0">
                <a:solidFill>
                  <a:srgbClr val="000000"/>
                </a:solidFill>
                <a:latin typeface="Barlow" pitchFamily="2"/>
              </a:rPr>
              <a:t>ABCDEFGHIJKLMNOPQRSTUVWXYZ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b="1" i="1" dirty="0" err="1">
                <a:solidFill>
                  <a:srgbClr val="000000"/>
                </a:solidFill>
                <a:latin typeface="Barlow" pitchFamily="2"/>
              </a:rPr>
              <a:t>abcdefghijklmnopqrstuvwxyz</a:t>
            </a:r>
            <a:endParaRPr lang="fr-FR" b="1" i="1" dirty="0">
              <a:solidFill>
                <a:srgbClr val="000000"/>
              </a:solidFill>
              <a:latin typeface="Barlow" pitchFamily="2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b="1" i="1" dirty="0">
                <a:solidFill>
                  <a:srgbClr val="000000"/>
                </a:solidFill>
                <a:latin typeface="Barlow" pitchFamily="2"/>
              </a:rPr>
              <a:t>0123456789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i="1" dirty="0">
                <a:solidFill>
                  <a:srgbClr val="000000"/>
                </a:solidFill>
                <a:latin typeface="Barlow" pitchFamily="2"/>
              </a:rPr>
              <a:t>ABCDEFGHIJKLMNOPQRSTUVWXYZ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i="1" dirty="0" err="1">
                <a:solidFill>
                  <a:srgbClr val="000000"/>
                </a:solidFill>
                <a:latin typeface="Barlow" pitchFamily="2"/>
              </a:rPr>
              <a:t>abcdefghijklmnopqrstuvwxyz</a:t>
            </a:r>
            <a:endParaRPr lang="fr-FR" i="1" dirty="0">
              <a:solidFill>
                <a:srgbClr val="000000"/>
              </a:solidFill>
              <a:latin typeface="Barlow" pitchFamily="2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i="1" dirty="0">
                <a:solidFill>
                  <a:srgbClr val="000000"/>
                </a:solidFill>
                <a:latin typeface="Barlow" pitchFamily="2"/>
              </a:rPr>
              <a:t>0123456789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97FD40F-0488-4E24-9858-6F6F7B1AE73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B748AD22-1271-446E-A20B-B3D75B4B3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B78CA-AC4E-41C6-99C2-1A7CD2F706AE}" type="slidenum">
              <a:rPr lang="fr-FR" smtClean="0"/>
              <a:pPr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036463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ERPI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5798"/>
      </a:accent1>
      <a:accent2>
        <a:srgbClr val="4E7CB6"/>
      </a:accent2>
      <a:accent3>
        <a:srgbClr val="0AC25D"/>
      </a:accent3>
      <a:accent4>
        <a:srgbClr val="8DCEAB"/>
      </a:accent4>
      <a:accent5>
        <a:srgbClr val="F7FFF6"/>
      </a:accent5>
      <a:accent6>
        <a:srgbClr val="BFBFBF"/>
      </a:accent6>
      <a:hlink>
        <a:srgbClr val="0563C1"/>
      </a:hlink>
      <a:folHlink>
        <a:srgbClr val="954F72"/>
      </a:folHlink>
    </a:clrScheme>
    <a:fontScheme name="Barlow">
      <a:majorFont>
        <a:latin typeface="Barlow"/>
        <a:ea typeface=""/>
        <a:cs typeface=""/>
      </a:majorFont>
      <a:minorFont>
        <a:latin typeface="Barl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ception personnalisé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4344</TotalTime>
  <Words>68</Words>
  <Application>Microsoft Macintosh PowerPoint</Application>
  <PresentationFormat>Grand écran</PresentationFormat>
  <Paragraphs>37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7</vt:i4>
      </vt:variant>
    </vt:vector>
  </HeadingPairs>
  <TitlesOfParts>
    <vt:vector size="16" baseType="lpstr">
      <vt:lpstr>Arial</vt:lpstr>
      <vt:lpstr>Barlow</vt:lpstr>
      <vt:lpstr>Calibri</vt:lpstr>
      <vt:lpstr>Calibri Light</vt:lpstr>
      <vt:lpstr>HK Grotesk Light</vt:lpstr>
      <vt:lpstr>Menlo</vt:lpstr>
      <vt:lpstr>Times</vt:lpstr>
      <vt:lpstr>Thème Office</vt:lpstr>
      <vt:lpstr>Conception personnalisée</vt:lpstr>
      <vt:lpstr>Charte graphique</vt:lpstr>
      <vt:lpstr>Présentation PowerPoint</vt:lpstr>
      <vt:lpstr>Utilisation du logo</vt:lpstr>
      <vt:lpstr>Utilisation de logo Miniatures</vt:lpstr>
      <vt:lpstr>Utilisation du logo</vt:lpstr>
      <vt:lpstr>Les couleurs </vt:lpstr>
      <vt:lpstr>Typographie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Anaelle Hily</dc:creator>
  <cp:lastModifiedBy>Fabio Cruz Sanchez</cp:lastModifiedBy>
  <cp:revision>37</cp:revision>
  <dcterms:created xsi:type="dcterms:W3CDTF">2023-03-14T12:24:13Z</dcterms:created>
  <dcterms:modified xsi:type="dcterms:W3CDTF">2026-02-13T09:54:35Z</dcterms:modified>
</cp:coreProperties>
</file>